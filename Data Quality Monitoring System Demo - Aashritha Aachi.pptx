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Newsreader"/>
      <p:regular r:id="rId15"/>
      <p:bold r:id="rId16"/>
      <p:italic r:id="rId17"/>
      <p:boldItalic r:id="rId18"/>
    </p:embeddedFont>
    <p:embeddedFont>
      <p:font typeface="DM Sans Light"/>
      <p:regular r:id="rId19"/>
      <p:bold r:id="rId20"/>
      <p:italic r:id="rId21"/>
      <p:boldItalic r:id="rId22"/>
    </p:embeddedFont>
    <p:embeddedFont>
      <p:font typeface="DM Sans SemiBold"/>
      <p:regular r:id="rId23"/>
      <p:bold r:id="rId24"/>
      <p:italic r:id="rId25"/>
      <p:boldItalic r:id="rId26"/>
    </p:embeddedFont>
    <p:embeddedFont>
      <p:font typeface="DM Sans"/>
      <p:regular r:id="rId27"/>
      <p:bold r:id="rId28"/>
      <p:italic r:id="rId29"/>
      <p:boldItalic r:id="rId30"/>
    </p:embeddedFont>
    <p:embeddedFont>
      <p:font typeface="Newsreader SemiBold"/>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NewsreaderSemiBold-regular.fntdata"/><Relationship Id="rId30" Type="http://schemas.openxmlformats.org/officeDocument/2006/relationships/font" Target="fonts/DMSans-boldItalic.fntdata"/><Relationship Id="rId33" Type="http://schemas.openxmlformats.org/officeDocument/2006/relationships/font" Target="fonts/NewsreaderSemiBold-italic.fntdata"/><Relationship Id="rId32" Type="http://schemas.openxmlformats.org/officeDocument/2006/relationships/font" Target="fonts/NewsreaderSemiBold-bold.fntdata"/><Relationship Id="rId34" Type="http://schemas.openxmlformats.org/officeDocument/2006/relationships/font" Target="fonts/NewsreaderSemiBold-boldItalic.fntdata"/><Relationship Id="rId20" Type="http://schemas.openxmlformats.org/officeDocument/2006/relationships/font" Target="fonts/DMSansLight-bold.fntdata"/><Relationship Id="rId22" Type="http://schemas.openxmlformats.org/officeDocument/2006/relationships/font" Target="fonts/DMSansLight-boldItalic.fntdata"/><Relationship Id="rId21" Type="http://schemas.openxmlformats.org/officeDocument/2006/relationships/font" Target="fonts/DMSansLight-italic.fntdata"/><Relationship Id="rId24" Type="http://schemas.openxmlformats.org/officeDocument/2006/relationships/font" Target="fonts/DMSansSemiBold-bold.fntdata"/><Relationship Id="rId23" Type="http://schemas.openxmlformats.org/officeDocument/2006/relationships/font" Target="fonts/DMSansSemiBold-regular.fntdata"/><Relationship Id="rId26" Type="http://schemas.openxmlformats.org/officeDocument/2006/relationships/font" Target="fonts/DMSansSemiBold-boldItalic.fntdata"/><Relationship Id="rId25" Type="http://schemas.openxmlformats.org/officeDocument/2006/relationships/font" Target="fonts/DMSansSemiBold-italic.fntdata"/><Relationship Id="rId28" Type="http://schemas.openxmlformats.org/officeDocument/2006/relationships/font" Target="fonts/DMSans-bold.fntdata"/><Relationship Id="rId27" Type="http://schemas.openxmlformats.org/officeDocument/2006/relationships/font" Target="fonts/DMSans-regular.fntdata"/><Relationship Id="rId29" Type="http://schemas.openxmlformats.org/officeDocument/2006/relationships/font" Target="fonts/DMSans-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Newsreader-regular.fntdata"/><Relationship Id="rId14" Type="http://schemas.openxmlformats.org/officeDocument/2006/relationships/slide" Target="slides/slide9.xml"/><Relationship Id="rId17" Type="http://schemas.openxmlformats.org/officeDocument/2006/relationships/font" Target="fonts/Newsreader-italic.fntdata"/><Relationship Id="rId16" Type="http://schemas.openxmlformats.org/officeDocument/2006/relationships/font" Target="fonts/Newsreader-bold.fntdata"/><Relationship Id="rId19" Type="http://schemas.openxmlformats.org/officeDocument/2006/relationships/font" Target="fonts/DMSansLight-regular.fntdata"/><Relationship Id="rId18" Type="http://schemas.openxmlformats.org/officeDocument/2006/relationships/font" Target="fonts/Newsreader-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919ba8991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919ba8991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919ba8991d_0_4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3919ba8991d_0_4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919ba8991d_0_4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3919ba8991d_0_4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919ba8991d_0_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3919ba8991d_0_4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919ba8991d_0_5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3919ba8991d_0_5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3919ba8991d_0_5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3919ba8991d_0_5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919ba8991d_0_5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3919ba8991d_0_5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919ba8991d_0_5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3919ba8991d_0_5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919ba8991d_0_5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3919ba8991d_0_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only">
  <p:cSld name="BLANK_1_1_1_1">
    <p:spTree>
      <p:nvGrpSpPr>
        <p:cNvPr id="9" name="Shape 9"/>
        <p:cNvGrpSpPr/>
        <p:nvPr/>
      </p:nvGrpSpPr>
      <p:grpSpPr>
        <a:xfrm>
          <a:off x="0" y="0"/>
          <a:ext cx="0" cy="0"/>
          <a:chOff x="0" y="0"/>
          <a:chExt cx="0" cy="0"/>
        </a:xfrm>
      </p:grpSpPr>
      <p:sp>
        <p:nvSpPr>
          <p:cNvPr id="10" name="Google Shape;10;p2"/>
          <p:cNvSpPr txBox="1"/>
          <p:nvPr>
            <p:ph type="title"/>
          </p:nvPr>
        </p:nvSpPr>
        <p:spPr>
          <a:xfrm>
            <a:off x="361975" y="957403"/>
            <a:ext cx="56274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11" name="Google Shape;11;p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2" name="Google Shape;12;p2"/>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BLANK_1_1_1_1_3">
    <p:spTree>
      <p:nvGrpSpPr>
        <p:cNvPr id="13" name="Shape 13"/>
        <p:cNvGrpSpPr/>
        <p:nvPr/>
      </p:nvGrpSpPr>
      <p:grpSpPr>
        <a:xfrm>
          <a:off x="0" y="0"/>
          <a:ext cx="0" cy="0"/>
          <a:chOff x="0" y="0"/>
          <a:chExt cx="0" cy="0"/>
        </a:xfrm>
      </p:grpSpPr>
      <p:sp>
        <p:nvSpPr>
          <p:cNvPr id="14" name="Google Shape;14;p3"/>
          <p:cNvSpPr txBox="1"/>
          <p:nvPr>
            <p:ph type="title"/>
          </p:nvPr>
        </p:nvSpPr>
        <p:spPr>
          <a:xfrm>
            <a:off x="361975" y="957403"/>
            <a:ext cx="56274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15" name="Google Shape;15;p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6" name="Google Shape;16;p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17" name="Google Shape;17;p3"/>
          <p:cNvSpPr txBox="1"/>
          <p:nvPr>
            <p:ph idx="2" type="subTitle"/>
          </p:nvPr>
        </p:nvSpPr>
        <p:spPr>
          <a:xfrm>
            <a:off x="362125"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
          <p:cNvSpPr txBox="1"/>
          <p:nvPr>
            <p:ph idx="3" type="subTitle"/>
          </p:nvPr>
        </p:nvSpPr>
        <p:spPr>
          <a:xfrm>
            <a:off x="3154650"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4" type="subTitle"/>
          </p:nvPr>
        </p:nvSpPr>
        <p:spPr>
          <a:xfrm>
            <a:off x="6216650"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3"/>
          <p:cNvSpPr txBox="1"/>
          <p:nvPr>
            <p:ph idx="5" type="subTitle"/>
          </p:nvPr>
        </p:nvSpPr>
        <p:spPr>
          <a:xfrm>
            <a:off x="362125" y="2206700"/>
            <a:ext cx="2575800" cy="12483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eyebrow ">
  <p:cSld name="BLANK_1_1_1_1_2_1">
    <p:spTree>
      <p:nvGrpSpPr>
        <p:cNvPr id="21" name="Shape 21"/>
        <p:cNvGrpSpPr/>
        <p:nvPr/>
      </p:nvGrpSpPr>
      <p:grpSpPr>
        <a:xfrm>
          <a:off x="0" y="0"/>
          <a:ext cx="0" cy="0"/>
          <a:chOff x="0" y="0"/>
          <a:chExt cx="0" cy="0"/>
        </a:xfrm>
      </p:grpSpPr>
      <p:sp>
        <p:nvSpPr>
          <p:cNvPr id="22" name="Google Shape;22;p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3" name="Google Shape;23;p4"/>
          <p:cNvSpPr txBox="1"/>
          <p:nvPr>
            <p:ph type="title"/>
          </p:nvPr>
        </p:nvSpPr>
        <p:spPr>
          <a:xfrm>
            <a:off x="361975" y="988557"/>
            <a:ext cx="50184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24" name="Google Shape;24;p4"/>
          <p:cNvSpPr txBox="1"/>
          <p:nvPr>
            <p:ph idx="1"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2"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agenda">
  <p:cSld name="BLANK_1_1_1_1_1_1_1_1_1_1_1">
    <p:bg>
      <p:bgPr>
        <a:solidFill>
          <a:schemeClr val="lt1"/>
        </a:solidFill>
      </p:bgPr>
    </p:bg>
    <p:spTree>
      <p:nvGrpSpPr>
        <p:cNvPr id="26" name="Shape 26"/>
        <p:cNvGrpSpPr/>
        <p:nvPr/>
      </p:nvGrpSpPr>
      <p:grpSpPr>
        <a:xfrm>
          <a:off x="0" y="0"/>
          <a:ext cx="0" cy="0"/>
          <a:chOff x="0" y="0"/>
          <a:chExt cx="0" cy="0"/>
        </a:xfrm>
      </p:grpSpPr>
      <p:sp>
        <p:nvSpPr>
          <p:cNvPr id="27" name="Google Shape;27;p5"/>
          <p:cNvSpPr txBox="1"/>
          <p:nvPr>
            <p:ph idx="1" type="subTitle"/>
          </p:nvPr>
        </p:nvSpPr>
        <p:spPr>
          <a:xfrm>
            <a:off x="361975" y="2841984"/>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28" name="Google Shape;28;p5"/>
          <p:cNvSpPr txBox="1"/>
          <p:nvPr>
            <p:ph type="title"/>
          </p:nvPr>
        </p:nvSpPr>
        <p:spPr>
          <a:xfrm>
            <a:off x="361975" y="962100"/>
            <a:ext cx="4163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29" name="Google Shape;29;p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0" name="Google Shape;30;p5"/>
          <p:cNvSpPr txBox="1"/>
          <p:nvPr>
            <p:ph idx="2"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1" name="Google Shape;31;p5"/>
          <p:cNvSpPr txBox="1"/>
          <p:nvPr>
            <p:ph idx="3" type="subTitle"/>
          </p:nvPr>
        </p:nvSpPr>
        <p:spPr>
          <a:xfrm>
            <a:off x="4909675" y="2841984"/>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32" name="Google Shape;32;p5"/>
          <p:cNvSpPr txBox="1"/>
          <p:nvPr>
            <p:ph idx="4" type="subTitle"/>
          </p:nvPr>
        </p:nvSpPr>
        <p:spPr>
          <a:xfrm>
            <a:off x="361975" y="3493626"/>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33" name="Google Shape;33;p5"/>
          <p:cNvSpPr txBox="1"/>
          <p:nvPr>
            <p:ph idx="5" type="subTitle"/>
          </p:nvPr>
        </p:nvSpPr>
        <p:spPr>
          <a:xfrm>
            <a:off x="4909675" y="3493626"/>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34" name="Google Shape;34;p5"/>
          <p:cNvSpPr txBox="1"/>
          <p:nvPr>
            <p:ph idx="6" type="subTitle"/>
          </p:nvPr>
        </p:nvSpPr>
        <p:spPr>
          <a:xfrm>
            <a:off x="361975" y="4145267"/>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35" name="Google Shape;35;p5"/>
          <p:cNvSpPr txBox="1"/>
          <p:nvPr>
            <p:ph idx="7" type="subTitle"/>
          </p:nvPr>
        </p:nvSpPr>
        <p:spPr>
          <a:xfrm>
            <a:off x="4909675" y="4145267"/>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Light">
  <p:cSld name="BLANK_1_1_1_1_1_1_1_1_1_1_1_1_1_1_2">
    <p:bg>
      <p:bgPr>
        <a:solidFill>
          <a:schemeClr val="accent6"/>
        </a:solidFill>
      </p:bgPr>
    </p:bg>
    <p:spTree>
      <p:nvGrpSpPr>
        <p:cNvPr id="36" name="Shape 36"/>
        <p:cNvGrpSpPr/>
        <p:nvPr/>
      </p:nvGrpSpPr>
      <p:grpSpPr>
        <a:xfrm>
          <a:off x="0" y="0"/>
          <a:ext cx="0" cy="0"/>
          <a:chOff x="0" y="0"/>
          <a:chExt cx="0" cy="0"/>
        </a:xfrm>
      </p:grpSpPr>
      <p:sp>
        <p:nvSpPr>
          <p:cNvPr id="37" name="Google Shape;37;p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u="sng"/>
          </a:p>
        </p:txBody>
      </p:sp>
      <p:sp>
        <p:nvSpPr>
          <p:cNvPr id="38" name="Google Shape;38;p6"/>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2" type="body"/>
          </p:nvPr>
        </p:nvSpPr>
        <p:spPr>
          <a:xfrm>
            <a:off x="4845475" y="1361028"/>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40" name="Google Shape;40;p6"/>
          <p:cNvSpPr txBox="1"/>
          <p:nvPr>
            <p:ph idx="3" type="subTitle"/>
          </p:nvPr>
        </p:nvSpPr>
        <p:spPr>
          <a:xfrm>
            <a:off x="4845475" y="102837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41" name="Google Shape;41;p6"/>
          <p:cNvSpPr txBox="1"/>
          <p:nvPr>
            <p:ph idx="4" type="body"/>
          </p:nvPr>
        </p:nvSpPr>
        <p:spPr>
          <a:xfrm>
            <a:off x="4845475" y="2595865"/>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42" name="Google Shape;42;p6"/>
          <p:cNvSpPr txBox="1"/>
          <p:nvPr>
            <p:ph idx="5" type="subTitle"/>
          </p:nvPr>
        </p:nvSpPr>
        <p:spPr>
          <a:xfrm>
            <a:off x="4845475" y="2263215"/>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43" name="Google Shape;43;p6"/>
          <p:cNvSpPr txBox="1"/>
          <p:nvPr>
            <p:ph idx="6" type="body"/>
          </p:nvPr>
        </p:nvSpPr>
        <p:spPr>
          <a:xfrm>
            <a:off x="4845475" y="3870078"/>
            <a:ext cx="3382500" cy="4314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44" name="Google Shape;44;p6"/>
          <p:cNvSpPr txBox="1"/>
          <p:nvPr>
            <p:ph idx="7" type="subTitle"/>
          </p:nvPr>
        </p:nvSpPr>
        <p:spPr>
          <a:xfrm>
            <a:off x="4845475" y="3537427"/>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45" name="Google Shape;45;p6"/>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46" name="Google Shape;46;p6"/>
          <p:cNvSpPr txBox="1"/>
          <p:nvPr>
            <p:ph idx="8"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Light - Alt 1">
  <p:cSld name="BLANK_1_1_1_1_1_1_1_1_1_1_1_1_1_1_2_2">
    <p:bg>
      <p:bgPr>
        <a:solidFill>
          <a:schemeClr val="accent6"/>
        </a:solidFill>
      </p:bgPr>
    </p:bg>
    <p:spTree>
      <p:nvGrpSpPr>
        <p:cNvPr id="47" name="Shape 47"/>
        <p:cNvGrpSpPr/>
        <p:nvPr/>
      </p:nvGrpSpPr>
      <p:grpSpPr>
        <a:xfrm>
          <a:off x="0" y="0"/>
          <a:ext cx="0" cy="0"/>
          <a:chOff x="0" y="0"/>
          <a:chExt cx="0" cy="0"/>
        </a:xfrm>
      </p:grpSpPr>
      <p:sp>
        <p:nvSpPr>
          <p:cNvPr id="48" name="Google Shape;48;p7"/>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7"/>
          <p:cNvSpPr txBox="1"/>
          <p:nvPr>
            <p:ph idx="2" type="body"/>
          </p:nvPr>
        </p:nvSpPr>
        <p:spPr>
          <a:xfrm>
            <a:off x="4845475" y="998689"/>
            <a:ext cx="3382500" cy="587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50" name="Google Shape;50;p7"/>
          <p:cNvSpPr txBox="1"/>
          <p:nvPr>
            <p:ph idx="3" type="subTitle"/>
          </p:nvPr>
        </p:nvSpPr>
        <p:spPr>
          <a:xfrm>
            <a:off x="4845475" y="666041"/>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51" name="Google Shape;51;p7"/>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52" name="Google Shape;52;p7"/>
          <p:cNvSpPr txBox="1"/>
          <p:nvPr>
            <p:ph idx="4"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7"/>
          <p:cNvSpPr txBox="1"/>
          <p:nvPr>
            <p:ph idx="5" type="body"/>
          </p:nvPr>
        </p:nvSpPr>
        <p:spPr>
          <a:xfrm>
            <a:off x="4845475" y="3927439"/>
            <a:ext cx="3382500" cy="587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54" name="Google Shape;54;p7"/>
          <p:cNvSpPr txBox="1"/>
          <p:nvPr>
            <p:ph idx="6" type="subTitle"/>
          </p:nvPr>
        </p:nvSpPr>
        <p:spPr>
          <a:xfrm>
            <a:off x="4845475" y="3594791"/>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55" name="Google Shape;55;p7"/>
          <p:cNvSpPr txBox="1"/>
          <p:nvPr>
            <p:ph idx="7" type="body"/>
          </p:nvPr>
        </p:nvSpPr>
        <p:spPr>
          <a:xfrm>
            <a:off x="4845475" y="2431037"/>
            <a:ext cx="3382500" cy="5877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56" name="Google Shape;56;p7"/>
          <p:cNvSpPr txBox="1"/>
          <p:nvPr>
            <p:ph idx="8" type="subTitle"/>
          </p:nvPr>
        </p:nvSpPr>
        <p:spPr>
          <a:xfrm>
            <a:off x="4845475" y="2098390"/>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57" name="Google Shape;57;p7"/>
          <p:cNvSpPr txBox="1"/>
          <p:nvPr>
            <p:ph idx="9" type="body"/>
          </p:nvPr>
        </p:nvSpPr>
        <p:spPr>
          <a:xfrm>
            <a:off x="356100" y="3243900"/>
            <a:ext cx="2798700" cy="13344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Dark">
  <p:cSld name="BLANK_1_1_1_1_1_1_1_1_1_1_1_1_1_1_2_1">
    <p:bg>
      <p:bgPr>
        <a:solidFill>
          <a:schemeClr val="lt1"/>
        </a:solidFill>
      </p:bgPr>
    </p:bg>
    <p:spTree>
      <p:nvGrpSpPr>
        <p:cNvPr id="58" name="Shape 58"/>
        <p:cNvGrpSpPr/>
        <p:nvPr/>
      </p:nvGrpSpPr>
      <p:grpSpPr>
        <a:xfrm>
          <a:off x="0" y="0"/>
          <a:ext cx="0" cy="0"/>
          <a:chOff x="0" y="0"/>
          <a:chExt cx="0" cy="0"/>
        </a:xfrm>
      </p:grpSpPr>
      <p:sp>
        <p:nvSpPr>
          <p:cNvPr id="59" name="Google Shape;59;p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8"/>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61" name="Google Shape;61;p8"/>
          <p:cNvSpPr txBox="1"/>
          <p:nvPr>
            <p:ph idx="2" type="body"/>
          </p:nvPr>
        </p:nvSpPr>
        <p:spPr>
          <a:xfrm>
            <a:off x="4845475" y="1361028"/>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62" name="Google Shape;62;p8"/>
          <p:cNvSpPr txBox="1"/>
          <p:nvPr>
            <p:ph idx="3" type="subTitle"/>
          </p:nvPr>
        </p:nvSpPr>
        <p:spPr>
          <a:xfrm>
            <a:off x="4845475" y="102837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63" name="Google Shape;63;p8"/>
          <p:cNvSpPr txBox="1"/>
          <p:nvPr>
            <p:ph idx="4" type="body"/>
          </p:nvPr>
        </p:nvSpPr>
        <p:spPr>
          <a:xfrm>
            <a:off x="4845475" y="2595865"/>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64" name="Google Shape;64;p8"/>
          <p:cNvSpPr txBox="1"/>
          <p:nvPr>
            <p:ph idx="5" type="subTitle"/>
          </p:nvPr>
        </p:nvSpPr>
        <p:spPr>
          <a:xfrm>
            <a:off x="4845475" y="2263215"/>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65" name="Google Shape;65;p8"/>
          <p:cNvSpPr txBox="1"/>
          <p:nvPr>
            <p:ph idx="6" type="body"/>
          </p:nvPr>
        </p:nvSpPr>
        <p:spPr>
          <a:xfrm>
            <a:off x="4845475" y="3870078"/>
            <a:ext cx="3382500" cy="4314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SzPts val="1000"/>
              <a:buFont typeface="DM Sans"/>
              <a:buChar char="●"/>
              <a:defRPr sz="1000"/>
            </a:lvl1pPr>
            <a:lvl2pPr indent="-292100" lvl="1" marL="914400">
              <a:lnSpc>
                <a:spcPct val="100000"/>
              </a:lnSpc>
              <a:spcBef>
                <a:spcPts val="800"/>
              </a:spcBef>
              <a:spcAft>
                <a:spcPts val="0"/>
              </a:spcAft>
              <a:buSzPts val="1000"/>
              <a:buFont typeface="DM Sans"/>
              <a:buChar char="○"/>
              <a:defRPr sz="1000"/>
            </a:lvl2pPr>
            <a:lvl3pPr indent="-292100" lvl="2" marL="1371600">
              <a:lnSpc>
                <a:spcPct val="100000"/>
              </a:lnSpc>
              <a:spcBef>
                <a:spcPts val="800"/>
              </a:spcBef>
              <a:spcAft>
                <a:spcPts val="0"/>
              </a:spcAft>
              <a:buSzPts val="1000"/>
              <a:buFont typeface="DM Sans"/>
              <a:buChar char="■"/>
              <a:defRPr sz="1000"/>
            </a:lvl3pPr>
            <a:lvl4pPr indent="-292100" lvl="3" marL="1828800">
              <a:lnSpc>
                <a:spcPct val="100000"/>
              </a:lnSpc>
              <a:spcBef>
                <a:spcPts val="800"/>
              </a:spcBef>
              <a:spcAft>
                <a:spcPts val="0"/>
              </a:spcAft>
              <a:buSzPts val="1000"/>
              <a:buFont typeface="DM Sans"/>
              <a:buChar char="●"/>
              <a:defRPr sz="1000"/>
            </a:lvl4pPr>
            <a:lvl5pPr indent="-292100" lvl="4" marL="2286000">
              <a:lnSpc>
                <a:spcPct val="100000"/>
              </a:lnSpc>
              <a:spcBef>
                <a:spcPts val="800"/>
              </a:spcBef>
              <a:spcAft>
                <a:spcPts val="0"/>
              </a:spcAft>
              <a:buSzPts val="1000"/>
              <a:buFont typeface="DM Sans"/>
              <a:buChar char="○"/>
              <a:defRPr sz="1000"/>
            </a:lvl5pPr>
            <a:lvl6pPr indent="-292100" lvl="5" marL="2743200">
              <a:lnSpc>
                <a:spcPct val="100000"/>
              </a:lnSpc>
              <a:spcBef>
                <a:spcPts val="800"/>
              </a:spcBef>
              <a:spcAft>
                <a:spcPts val="0"/>
              </a:spcAft>
              <a:buSzPts val="1000"/>
              <a:buFont typeface="DM Sans"/>
              <a:buChar char="■"/>
              <a:defRPr sz="1000"/>
            </a:lvl6pPr>
            <a:lvl7pPr indent="-292100" lvl="6" marL="3200400">
              <a:lnSpc>
                <a:spcPct val="100000"/>
              </a:lnSpc>
              <a:spcBef>
                <a:spcPts val="800"/>
              </a:spcBef>
              <a:spcAft>
                <a:spcPts val="0"/>
              </a:spcAft>
              <a:buSzPts val="1000"/>
              <a:buFont typeface="DM Sans"/>
              <a:buChar char="●"/>
              <a:defRPr sz="1000"/>
            </a:lvl7pPr>
            <a:lvl8pPr indent="-292100" lvl="7" marL="3657600">
              <a:lnSpc>
                <a:spcPct val="100000"/>
              </a:lnSpc>
              <a:spcBef>
                <a:spcPts val="800"/>
              </a:spcBef>
              <a:spcAft>
                <a:spcPts val="0"/>
              </a:spcAft>
              <a:buSzPts val="1000"/>
              <a:buFont typeface="DM Sans"/>
              <a:buChar char="○"/>
              <a:defRPr sz="1000"/>
            </a:lvl8pPr>
            <a:lvl9pPr indent="-292100" lvl="8" marL="4114800">
              <a:lnSpc>
                <a:spcPct val="100000"/>
              </a:lnSpc>
              <a:spcBef>
                <a:spcPts val="800"/>
              </a:spcBef>
              <a:spcAft>
                <a:spcPts val="800"/>
              </a:spcAft>
              <a:buSzPts val="1000"/>
              <a:buFont typeface="DM Sans"/>
              <a:buChar char="■"/>
              <a:defRPr sz="1000"/>
            </a:lvl9pPr>
          </a:lstStyle>
          <a:p/>
        </p:txBody>
      </p:sp>
      <p:sp>
        <p:nvSpPr>
          <p:cNvPr id="66" name="Google Shape;66;p8"/>
          <p:cNvSpPr txBox="1"/>
          <p:nvPr>
            <p:ph idx="7" type="subTitle"/>
          </p:nvPr>
        </p:nvSpPr>
        <p:spPr>
          <a:xfrm>
            <a:off x="4845475" y="353742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67" name="Google Shape;67;p8"/>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68" name="Google Shape;68;p8"/>
          <p:cNvSpPr txBox="1"/>
          <p:nvPr>
            <p:ph idx="8"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four big ideas">
  <p:cSld name="BLANK_1_1_1_1_1_1_1_1_1_1_1_1_1_1_1">
    <p:bg>
      <p:bgPr>
        <a:solidFill>
          <a:schemeClr val="lt1"/>
        </a:solidFill>
      </p:bgPr>
    </p:bg>
    <p:spTree>
      <p:nvGrpSpPr>
        <p:cNvPr id="69" name="Shape 69"/>
        <p:cNvGrpSpPr/>
        <p:nvPr/>
      </p:nvGrpSpPr>
      <p:grpSpPr>
        <a:xfrm>
          <a:off x="0" y="0"/>
          <a:ext cx="0" cy="0"/>
          <a:chOff x="0" y="0"/>
          <a:chExt cx="0" cy="0"/>
        </a:xfrm>
      </p:grpSpPr>
      <p:sp>
        <p:nvSpPr>
          <p:cNvPr id="70" name="Google Shape;70;p9"/>
          <p:cNvSpPr txBox="1"/>
          <p:nvPr>
            <p:ph idx="1" type="body"/>
          </p:nvPr>
        </p:nvSpPr>
        <p:spPr>
          <a:xfrm>
            <a:off x="2610420"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71" name="Google Shape;71;p9"/>
          <p:cNvSpPr txBox="1"/>
          <p:nvPr>
            <p:ph idx="2" type="subTitle"/>
          </p:nvPr>
        </p:nvSpPr>
        <p:spPr>
          <a:xfrm>
            <a:off x="2610418" y="2169054"/>
            <a:ext cx="16458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72" name="Google Shape;72;p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9"/>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74" name="Google Shape;74;p9"/>
          <p:cNvSpPr txBox="1"/>
          <p:nvPr>
            <p:ph idx="4" type="body"/>
          </p:nvPr>
        </p:nvSpPr>
        <p:spPr>
          <a:xfrm>
            <a:off x="4889772" y="2943375"/>
            <a:ext cx="1645800" cy="16080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75" name="Google Shape;75;p9"/>
          <p:cNvSpPr txBox="1"/>
          <p:nvPr>
            <p:ph idx="5" type="subTitle"/>
          </p:nvPr>
        </p:nvSpPr>
        <p:spPr>
          <a:xfrm>
            <a:off x="4889774" y="2169054"/>
            <a:ext cx="1645800" cy="452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76" name="Google Shape;76;p9"/>
          <p:cNvSpPr txBox="1"/>
          <p:nvPr>
            <p:ph idx="6" type="body"/>
          </p:nvPr>
        </p:nvSpPr>
        <p:spPr>
          <a:xfrm>
            <a:off x="7130875"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77" name="Google Shape;77;p9"/>
          <p:cNvSpPr txBox="1"/>
          <p:nvPr>
            <p:ph idx="7" type="subTitle"/>
          </p:nvPr>
        </p:nvSpPr>
        <p:spPr>
          <a:xfrm>
            <a:off x="7130874" y="2169054"/>
            <a:ext cx="16458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78" name="Google Shape;78;p9"/>
          <p:cNvSpPr txBox="1"/>
          <p:nvPr>
            <p:ph idx="8" type="body"/>
          </p:nvPr>
        </p:nvSpPr>
        <p:spPr>
          <a:xfrm>
            <a:off x="360525"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79" name="Google Shape;79;p9"/>
          <p:cNvSpPr txBox="1"/>
          <p:nvPr>
            <p:ph idx="9" type="subTitle"/>
          </p:nvPr>
        </p:nvSpPr>
        <p:spPr>
          <a:xfrm>
            <a:off x="360533" y="2169054"/>
            <a:ext cx="1645800" cy="452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80" name="Google Shape;80;p9"/>
          <p:cNvSpPr txBox="1"/>
          <p:nvPr>
            <p:ph idx="1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p:txBody>
      </p:sp>
      <p:sp>
        <p:nvSpPr>
          <p:cNvPr id="81" name="Google Shape;81;p9"/>
          <p:cNvSpPr txBox="1"/>
          <p:nvPr>
            <p:ph type="title"/>
          </p:nvPr>
        </p:nvSpPr>
        <p:spPr>
          <a:xfrm>
            <a:off x="1938175" y="988550"/>
            <a:ext cx="5267700" cy="587700"/>
          </a:xfrm>
          <a:prstGeom prst="rect">
            <a:avLst/>
          </a:prstGeom>
        </p:spPr>
        <p:txBody>
          <a:bodyPr anchorCtr="0" anchor="t" bIns="0" lIns="0" spcFirstLastPara="1" rIns="0" wrap="square" tIns="0">
            <a:noAutofit/>
          </a:bodyPr>
          <a:lstStyle>
            <a:lvl1pPr lvl="0" algn="ctr">
              <a:spcBef>
                <a:spcPts val="0"/>
              </a:spcBef>
              <a:spcAft>
                <a:spcPts val="0"/>
              </a:spcAft>
              <a:buNone/>
              <a:defRPr sz="2200">
                <a:solidFill>
                  <a:schemeClr val="dk1"/>
                </a:solidFill>
              </a:defRPr>
            </a:lvl1pPr>
            <a:lvl2pPr lvl="1" algn="ctr">
              <a:spcBef>
                <a:spcPts val="0"/>
              </a:spcBef>
              <a:spcAft>
                <a:spcPts val="0"/>
              </a:spcAft>
              <a:buNone/>
              <a:defRPr sz="2200">
                <a:solidFill>
                  <a:schemeClr val="dk1"/>
                </a:solidFill>
              </a:defRPr>
            </a:lvl2pPr>
            <a:lvl3pPr lvl="2" algn="ctr">
              <a:spcBef>
                <a:spcPts val="0"/>
              </a:spcBef>
              <a:spcAft>
                <a:spcPts val="0"/>
              </a:spcAft>
              <a:buNone/>
              <a:defRPr sz="2200">
                <a:solidFill>
                  <a:schemeClr val="dk1"/>
                </a:solidFill>
              </a:defRPr>
            </a:lvl3pPr>
            <a:lvl4pPr lvl="3" algn="ctr">
              <a:spcBef>
                <a:spcPts val="0"/>
              </a:spcBef>
              <a:spcAft>
                <a:spcPts val="0"/>
              </a:spcAft>
              <a:buNone/>
              <a:defRPr sz="2200">
                <a:solidFill>
                  <a:schemeClr val="dk1"/>
                </a:solidFill>
              </a:defRPr>
            </a:lvl4pPr>
            <a:lvl5pPr lvl="4" algn="ctr">
              <a:spcBef>
                <a:spcPts val="0"/>
              </a:spcBef>
              <a:spcAft>
                <a:spcPts val="0"/>
              </a:spcAft>
              <a:buNone/>
              <a:defRPr sz="2200">
                <a:solidFill>
                  <a:schemeClr val="dk1"/>
                </a:solidFill>
              </a:defRPr>
            </a:lvl5pPr>
            <a:lvl6pPr lvl="5" algn="ctr">
              <a:spcBef>
                <a:spcPts val="0"/>
              </a:spcBef>
              <a:spcAft>
                <a:spcPts val="0"/>
              </a:spcAft>
              <a:buNone/>
              <a:defRPr sz="2200">
                <a:solidFill>
                  <a:schemeClr val="dk1"/>
                </a:solidFill>
              </a:defRPr>
            </a:lvl6pPr>
            <a:lvl7pPr lvl="6" algn="ctr">
              <a:spcBef>
                <a:spcPts val="0"/>
              </a:spcBef>
              <a:spcAft>
                <a:spcPts val="0"/>
              </a:spcAft>
              <a:buNone/>
              <a:defRPr sz="2200">
                <a:solidFill>
                  <a:schemeClr val="dk1"/>
                </a:solidFill>
              </a:defRPr>
            </a:lvl7pPr>
            <a:lvl8pPr lvl="7" algn="ctr">
              <a:spcBef>
                <a:spcPts val="0"/>
              </a:spcBef>
              <a:spcAft>
                <a:spcPts val="0"/>
              </a:spcAft>
              <a:buNone/>
              <a:defRPr sz="2200">
                <a:solidFill>
                  <a:schemeClr val="dk1"/>
                </a:solidFill>
              </a:defRPr>
            </a:lvl8pPr>
            <a:lvl9pPr lvl="8" algn="ctr">
              <a:spcBef>
                <a:spcPts val="0"/>
              </a:spcBef>
              <a:spcAft>
                <a:spcPts val="0"/>
              </a:spcAft>
              <a:buNone/>
              <a:defRPr sz="2200">
                <a:solidFill>
                  <a:schemeClr val="dk1"/>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ig ideas">
  <p:cSld name="BLANK_1_1_1_1_1_1_1_1_1_1_1_1_1_1_1_3">
    <p:bg>
      <p:bgPr>
        <a:solidFill>
          <a:schemeClr val="accent2"/>
        </a:solidFill>
      </p:bgPr>
    </p:bg>
    <p:spTree>
      <p:nvGrpSpPr>
        <p:cNvPr id="82" name="Shape 82"/>
        <p:cNvGrpSpPr/>
        <p:nvPr/>
      </p:nvGrpSpPr>
      <p:grpSpPr>
        <a:xfrm>
          <a:off x="0" y="0"/>
          <a:ext cx="0" cy="0"/>
          <a:chOff x="0" y="0"/>
          <a:chExt cx="0" cy="0"/>
        </a:xfrm>
      </p:grpSpPr>
      <p:sp>
        <p:nvSpPr>
          <p:cNvPr id="83" name="Google Shape;83;p1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84" name="Google Shape;84;p10"/>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10"/>
          <p:cNvSpPr txBox="1"/>
          <p:nvPr>
            <p:ph idx="2" type="body"/>
          </p:nvPr>
        </p:nvSpPr>
        <p:spPr>
          <a:xfrm>
            <a:off x="361975" y="3231275"/>
            <a:ext cx="1457400" cy="10776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Font typeface="DM Sans Light"/>
              <a:buChar char="●"/>
              <a:defRPr sz="1000">
                <a:latin typeface="DM Sans Light"/>
                <a:ea typeface="DM Sans Light"/>
                <a:cs typeface="DM Sans Light"/>
                <a:sym typeface="DM Sans Light"/>
              </a:defRPr>
            </a:lvl1pPr>
            <a:lvl2pPr indent="-292100" lvl="1" marL="9144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2pPr>
            <a:lvl3pPr indent="-292100" lvl="2" marL="13716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3pPr>
            <a:lvl4pPr indent="-292100" lvl="3" marL="18288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4pPr>
            <a:lvl5pPr indent="-292100" lvl="4" marL="22860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5pPr>
            <a:lvl6pPr indent="-292100" lvl="5" marL="27432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6pPr>
            <a:lvl7pPr indent="-292100" lvl="6" marL="32004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7pPr>
            <a:lvl8pPr indent="-292100" lvl="7" marL="36576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8pPr>
            <a:lvl9pPr indent="-292100" lvl="8" marL="4114800">
              <a:lnSpc>
                <a:spcPct val="100000"/>
              </a:lnSpc>
              <a:spcBef>
                <a:spcPts val="800"/>
              </a:spcBef>
              <a:spcAft>
                <a:spcPts val="800"/>
              </a:spcAft>
              <a:buSzPts val="1000"/>
              <a:buFont typeface="DM Sans Light"/>
              <a:buChar char="■"/>
              <a:defRPr sz="1000">
                <a:latin typeface="DM Sans Light"/>
                <a:ea typeface="DM Sans Light"/>
                <a:cs typeface="DM Sans Light"/>
                <a:sym typeface="DM Sans Light"/>
              </a:defRPr>
            </a:lvl9pPr>
          </a:lstStyle>
          <a:p/>
        </p:txBody>
      </p:sp>
      <p:sp>
        <p:nvSpPr>
          <p:cNvPr id="86" name="Google Shape;86;p10"/>
          <p:cNvSpPr txBox="1"/>
          <p:nvPr>
            <p:ph idx="3" type="subTitle"/>
          </p:nvPr>
        </p:nvSpPr>
        <p:spPr>
          <a:xfrm>
            <a:off x="36197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87" name="Google Shape;87;p10"/>
          <p:cNvSpPr txBox="1"/>
          <p:nvPr>
            <p:ph idx="4"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88" name="Google Shape;88;p10"/>
          <p:cNvSpPr txBox="1"/>
          <p:nvPr>
            <p:ph type="title"/>
          </p:nvPr>
        </p:nvSpPr>
        <p:spPr>
          <a:xfrm>
            <a:off x="1938175" y="988550"/>
            <a:ext cx="5267700" cy="587700"/>
          </a:xfrm>
          <a:prstGeom prst="rect">
            <a:avLst/>
          </a:prstGeom>
        </p:spPr>
        <p:txBody>
          <a:bodyPr anchorCtr="0" anchor="t" bIns="0" lIns="0" spcFirstLastPara="1" rIns="0" wrap="square" tIns="0">
            <a:noAutofit/>
          </a:bodyPr>
          <a:lstStyle>
            <a:lvl1pPr lvl="0" algn="ctr">
              <a:spcBef>
                <a:spcPts val="0"/>
              </a:spcBef>
              <a:spcAft>
                <a:spcPts val="0"/>
              </a:spcAft>
              <a:buNone/>
              <a:defRPr sz="2200"/>
            </a:lvl1pPr>
            <a:lvl2pPr lvl="1" algn="ctr">
              <a:spcBef>
                <a:spcPts val="0"/>
              </a:spcBef>
              <a:spcAft>
                <a:spcPts val="0"/>
              </a:spcAft>
              <a:buNone/>
              <a:defRPr sz="2200"/>
            </a:lvl2pPr>
            <a:lvl3pPr lvl="2" algn="ctr">
              <a:spcBef>
                <a:spcPts val="0"/>
              </a:spcBef>
              <a:spcAft>
                <a:spcPts val="0"/>
              </a:spcAft>
              <a:buNone/>
              <a:defRPr sz="2200"/>
            </a:lvl3pPr>
            <a:lvl4pPr lvl="3" algn="ctr">
              <a:spcBef>
                <a:spcPts val="0"/>
              </a:spcBef>
              <a:spcAft>
                <a:spcPts val="0"/>
              </a:spcAft>
              <a:buNone/>
              <a:defRPr sz="2200"/>
            </a:lvl4pPr>
            <a:lvl5pPr lvl="4" algn="ctr">
              <a:spcBef>
                <a:spcPts val="0"/>
              </a:spcBef>
              <a:spcAft>
                <a:spcPts val="0"/>
              </a:spcAft>
              <a:buNone/>
              <a:defRPr sz="2200"/>
            </a:lvl5pPr>
            <a:lvl6pPr lvl="5" algn="ctr">
              <a:spcBef>
                <a:spcPts val="0"/>
              </a:spcBef>
              <a:spcAft>
                <a:spcPts val="0"/>
              </a:spcAft>
              <a:buNone/>
              <a:defRPr sz="2200"/>
            </a:lvl6pPr>
            <a:lvl7pPr lvl="6" algn="ctr">
              <a:spcBef>
                <a:spcPts val="0"/>
              </a:spcBef>
              <a:spcAft>
                <a:spcPts val="0"/>
              </a:spcAft>
              <a:buNone/>
              <a:defRPr sz="2200"/>
            </a:lvl7pPr>
            <a:lvl8pPr lvl="7" algn="ctr">
              <a:spcBef>
                <a:spcPts val="0"/>
              </a:spcBef>
              <a:spcAft>
                <a:spcPts val="0"/>
              </a:spcAft>
              <a:buNone/>
              <a:defRPr sz="2200"/>
            </a:lvl8pPr>
            <a:lvl9pPr lvl="8" algn="ctr">
              <a:spcBef>
                <a:spcPts val="0"/>
              </a:spcBef>
              <a:spcAft>
                <a:spcPts val="0"/>
              </a:spcAft>
              <a:buNone/>
              <a:defRPr sz="2200"/>
            </a:lvl9pPr>
          </a:lstStyle>
          <a:p/>
        </p:txBody>
      </p:sp>
      <p:sp>
        <p:nvSpPr>
          <p:cNvPr id="89" name="Google Shape;89;p10"/>
          <p:cNvSpPr txBox="1"/>
          <p:nvPr>
            <p:ph idx="5" type="subTitle"/>
          </p:nvPr>
        </p:nvSpPr>
        <p:spPr>
          <a:xfrm>
            <a:off x="731927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90" name="Google Shape;90;p10"/>
          <p:cNvSpPr txBox="1"/>
          <p:nvPr>
            <p:ph idx="6" type="body"/>
          </p:nvPr>
        </p:nvSpPr>
        <p:spPr>
          <a:xfrm>
            <a:off x="2101300"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91" name="Google Shape;91;p10"/>
          <p:cNvSpPr txBox="1"/>
          <p:nvPr>
            <p:ph idx="7" type="body"/>
          </p:nvPr>
        </p:nvSpPr>
        <p:spPr>
          <a:xfrm>
            <a:off x="3840625"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92" name="Google Shape;92;p10"/>
          <p:cNvSpPr txBox="1"/>
          <p:nvPr>
            <p:ph idx="8" type="body"/>
          </p:nvPr>
        </p:nvSpPr>
        <p:spPr>
          <a:xfrm>
            <a:off x="5579950"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93" name="Google Shape;93;p10"/>
          <p:cNvSpPr txBox="1"/>
          <p:nvPr>
            <p:ph idx="9" type="subTitle"/>
          </p:nvPr>
        </p:nvSpPr>
        <p:spPr>
          <a:xfrm>
            <a:off x="2101300"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94" name="Google Shape;94;p10"/>
          <p:cNvSpPr txBox="1"/>
          <p:nvPr>
            <p:ph idx="13" type="subTitle"/>
          </p:nvPr>
        </p:nvSpPr>
        <p:spPr>
          <a:xfrm>
            <a:off x="384062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95" name="Google Shape;95;p10"/>
          <p:cNvSpPr txBox="1"/>
          <p:nvPr>
            <p:ph idx="14" type="subTitle"/>
          </p:nvPr>
        </p:nvSpPr>
        <p:spPr>
          <a:xfrm>
            <a:off x="5579950"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96" name="Google Shape;96;p10"/>
          <p:cNvSpPr txBox="1"/>
          <p:nvPr>
            <p:ph idx="15" type="body"/>
          </p:nvPr>
        </p:nvSpPr>
        <p:spPr>
          <a:xfrm>
            <a:off x="7319275"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BLANK_1_1_1_1_1_1_1_1_1_1_1_1_1_1_1_2">
    <p:bg>
      <p:bgPr>
        <a:solidFill>
          <a:schemeClr val="lt1"/>
        </a:solidFill>
      </p:bgPr>
    </p:bg>
    <p:spTree>
      <p:nvGrpSpPr>
        <p:cNvPr id="97" name="Shape 97"/>
        <p:cNvGrpSpPr/>
        <p:nvPr/>
      </p:nvGrpSpPr>
      <p:grpSpPr>
        <a:xfrm>
          <a:off x="0" y="0"/>
          <a:ext cx="0" cy="0"/>
          <a:chOff x="0" y="0"/>
          <a:chExt cx="0" cy="0"/>
        </a:xfrm>
      </p:grpSpPr>
      <p:sp>
        <p:nvSpPr>
          <p:cNvPr id="98" name="Google Shape;98;p1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99" name="Google Shape;99;p11"/>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00" name="Google Shape;100;p11"/>
          <p:cNvSpPr txBox="1"/>
          <p:nvPr>
            <p:ph idx="2" type="body"/>
          </p:nvPr>
        </p:nvSpPr>
        <p:spPr>
          <a:xfrm>
            <a:off x="7130875"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01" name="Google Shape;101;p11"/>
          <p:cNvSpPr txBox="1"/>
          <p:nvPr>
            <p:ph idx="3" type="subTitle"/>
          </p:nvPr>
        </p:nvSpPr>
        <p:spPr>
          <a:xfrm>
            <a:off x="7130875"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02" name="Google Shape;102;p11"/>
          <p:cNvSpPr txBox="1"/>
          <p:nvPr>
            <p:ph idx="4" type="subTitle"/>
          </p:nvPr>
        </p:nvSpPr>
        <p:spPr>
          <a:xfrm>
            <a:off x="7130875"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03" name="Google Shape;103;p11"/>
          <p:cNvSpPr txBox="1"/>
          <p:nvPr>
            <p:ph idx="5" type="body"/>
          </p:nvPr>
        </p:nvSpPr>
        <p:spPr>
          <a:xfrm>
            <a:off x="4892138"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04" name="Google Shape;104;p11"/>
          <p:cNvSpPr txBox="1"/>
          <p:nvPr>
            <p:ph idx="6" type="subTitle"/>
          </p:nvPr>
        </p:nvSpPr>
        <p:spPr>
          <a:xfrm>
            <a:off x="4892138"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05" name="Google Shape;105;p11"/>
          <p:cNvSpPr txBox="1"/>
          <p:nvPr>
            <p:ph idx="7" type="subTitle"/>
          </p:nvPr>
        </p:nvSpPr>
        <p:spPr>
          <a:xfrm>
            <a:off x="4892138"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06" name="Google Shape;106;p11"/>
          <p:cNvSpPr txBox="1"/>
          <p:nvPr>
            <p:ph idx="8" type="body"/>
          </p:nvPr>
        </p:nvSpPr>
        <p:spPr>
          <a:xfrm>
            <a:off x="2607050" y="3628800"/>
            <a:ext cx="1645800" cy="6801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07" name="Google Shape;107;p11"/>
          <p:cNvSpPr txBox="1"/>
          <p:nvPr>
            <p:ph idx="9" type="subTitle"/>
          </p:nvPr>
        </p:nvSpPr>
        <p:spPr>
          <a:xfrm>
            <a:off x="2607050"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08" name="Google Shape;108;p11"/>
          <p:cNvSpPr txBox="1"/>
          <p:nvPr>
            <p:ph idx="13" type="subTitle"/>
          </p:nvPr>
        </p:nvSpPr>
        <p:spPr>
          <a:xfrm>
            <a:off x="2607050"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09" name="Google Shape;109;p11"/>
          <p:cNvSpPr txBox="1"/>
          <p:nvPr>
            <p:ph idx="14" type="body"/>
          </p:nvPr>
        </p:nvSpPr>
        <p:spPr>
          <a:xfrm>
            <a:off x="361975"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10" name="Google Shape;110;p11"/>
          <p:cNvSpPr txBox="1"/>
          <p:nvPr>
            <p:ph idx="15" type="subTitle"/>
          </p:nvPr>
        </p:nvSpPr>
        <p:spPr>
          <a:xfrm>
            <a:off x="361975"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11" name="Google Shape;111;p11"/>
          <p:cNvSpPr txBox="1"/>
          <p:nvPr>
            <p:ph idx="16" type="subTitle"/>
          </p:nvPr>
        </p:nvSpPr>
        <p:spPr>
          <a:xfrm>
            <a:off x="361975"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12" name="Google Shape;112;p11"/>
          <p:cNvSpPr txBox="1"/>
          <p:nvPr>
            <p:ph idx="17"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p:txBody>
      </p:sp>
      <p:sp>
        <p:nvSpPr>
          <p:cNvPr id="113" name="Google Shape;113;p11"/>
          <p:cNvSpPr txBox="1"/>
          <p:nvPr>
            <p:ph type="title"/>
          </p:nvPr>
        </p:nvSpPr>
        <p:spPr>
          <a:xfrm>
            <a:off x="1406600" y="988557"/>
            <a:ext cx="6330900" cy="5877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None/>
              <a:defRPr sz="2200">
                <a:solidFill>
                  <a:schemeClr val="dk1"/>
                </a:solidFill>
              </a:defRPr>
            </a:lvl1pPr>
            <a:lvl2pPr lvl="1" algn="ctr">
              <a:lnSpc>
                <a:spcPct val="90000"/>
              </a:lnSpc>
              <a:spcBef>
                <a:spcPts val="0"/>
              </a:spcBef>
              <a:spcAft>
                <a:spcPts val="0"/>
              </a:spcAft>
              <a:buNone/>
              <a:defRPr sz="2200">
                <a:solidFill>
                  <a:schemeClr val="dk1"/>
                </a:solidFill>
              </a:defRPr>
            </a:lvl2pPr>
            <a:lvl3pPr lvl="2" algn="ctr">
              <a:lnSpc>
                <a:spcPct val="90000"/>
              </a:lnSpc>
              <a:spcBef>
                <a:spcPts val="0"/>
              </a:spcBef>
              <a:spcAft>
                <a:spcPts val="0"/>
              </a:spcAft>
              <a:buNone/>
              <a:defRPr sz="2200">
                <a:solidFill>
                  <a:schemeClr val="dk1"/>
                </a:solidFill>
              </a:defRPr>
            </a:lvl3pPr>
            <a:lvl4pPr lvl="3" algn="ctr">
              <a:lnSpc>
                <a:spcPct val="90000"/>
              </a:lnSpc>
              <a:spcBef>
                <a:spcPts val="0"/>
              </a:spcBef>
              <a:spcAft>
                <a:spcPts val="0"/>
              </a:spcAft>
              <a:buNone/>
              <a:defRPr sz="2200">
                <a:solidFill>
                  <a:schemeClr val="dk1"/>
                </a:solidFill>
              </a:defRPr>
            </a:lvl4pPr>
            <a:lvl5pPr lvl="4" algn="ctr">
              <a:lnSpc>
                <a:spcPct val="90000"/>
              </a:lnSpc>
              <a:spcBef>
                <a:spcPts val="0"/>
              </a:spcBef>
              <a:spcAft>
                <a:spcPts val="0"/>
              </a:spcAft>
              <a:buNone/>
              <a:defRPr sz="2200">
                <a:solidFill>
                  <a:schemeClr val="dk1"/>
                </a:solidFill>
              </a:defRPr>
            </a:lvl5pPr>
            <a:lvl6pPr lvl="5" algn="ctr">
              <a:lnSpc>
                <a:spcPct val="90000"/>
              </a:lnSpc>
              <a:spcBef>
                <a:spcPts val="0"/>
              </a:spcBef>
              <a:spcAft>
                <a:spcPts val="0"/>
              </a:spcAft>
              <a:buNone/>
              <a:defRPr sz="2200">
                <a:solidFill>
                  <a:schemeClr val="dk1"/>
                </a:solidFill>
              </a:defRPr>
            </a:lvl6pPr>
            <a:lvl7pPr lvl="6" algn="ctr">
              <a:lnSpc>
                <a:spcPct val="90000"/>
              </a:lnSpc>
              <a:spcBef>
                <a:spcPts val="0"/>
              </a:spcBef>
              <a:spcAft>
                <a:spcPts val="0"/>
              </a:spcAft>
              <a:buNone/>
              <a:defRPr sz="2200">
                <a:solidFill>
                  <a:schemeClr val="dk1"/>
                </a:solidFill>
              </a:defRPr>
            </a:lvl7pPr>
            <a:lvl8pPr lvl="7" algn="ctr">
              <a:lnSpc>
                <a:spcPct val="90000"/>
              </a:lnSpc>
              <a:spcBef>
                <a:spcPts val="0"/>
              </a:spcBef>
              <a:spcAft>
                <a:spcPts val="0"/>
              </a:spcAft>
              <a:buNone/>
              <a:defRPr sz="2200">
                <a:solidFill>
                  <a:schemeClr val="dk1"/>
                </a:solidFill>
              </a:defRPr>
            </a:lvl8pPr>
            <a:lvl9pPr lvl="8" algn="ctr">
              <a:lnSpc>
                <a:spcPct val="90000"/>
              </a:lnSpc>
              <a:spcBef>
                <a:spcPts val="0"/>
              </a:spcBef>
              <a:spcAft>
                <a:spcPts val="0"/>
              </a:spcAft>
              <a:buNone/>
              <a:defRPr sz="2200">
                <a:solidFill>
                  <a:schemeClr val="dk1"/>
                </a:solidFil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USTOM_7_1_1_1_1_1_1_1_1_1_1_1_1_1_1_1_1">
    <p:bg>
      <p:bgPr>
        <a:solidFill>
          <a:schemeClr val="lt1"/>
        </a:solidFill>
      </p:bgPr>
    </p:bg>
    <p:spTree>
      <p:nvGrpSpPr>
        <p:cNvPr id="114" name="Shape 114"/>
        <p:cNvGrpSpPr/>
        <p:nvPr/>
      </p:nvGrpSpPr>
      <p:grpSpPr>
        <a:xfrm>
          <a:off x="0" y="0"/>
          <a:ext cx="0" cy="0"/>
          <a:chOff x="0" y="0"/>
          <a:chExt cx="0" cy="0"/>
        </a:xfrm>
      </p:grpSpPr>
      <p:sp>
        <p:nvSpPr>
          <p:cNvPr id="115" name="Google Shape;115;p12"/>
          <p:cNvSpPr/>
          <p:nvPr>
            <p:ph idx="2" type="pic"/>
          </p:nvPr>
        </p:nvSpPr>
        <p:spPr>
          <a:xfrm>
            <a:off x="4587725" y="-8750"/>
            <a:ext cx="4572000" cy="5152200"/>
          </a:xfrm>
          <a:prstGeom prst="rect">
            <a:avLst/>
          </a:prstGeom>
          <a:noFill/>
          <a:ln>
            <a:noFill/>
          </a:ln>
        </p:spPr>
      </p:sp>
      <p:sp>
        <p:nvSpPr>
          <p:cNvPr id="116" name="Google Shape;116;p12"/>
          <p:cNvSpPr txBox="1"/>
          <p:nvPr>
            <p:ph type="title"/>
          </p:nvPr>
        </p:nvSpPr>
        <p:spPr>
          <a:xfrm>
            <a:off x="361975" y="923525"/>
            <a:ext cx="3860100" cy="587700"/>
          </a:xfrm>
          <a:prstGeom prst="rect">
            <a:avLst/>
          </a:prstGeom>
        </p:spPr>
        <p:txBody>
          <a:bodyPr anchorCtr="0" anchor="t" bIns="91425" lIns="91425" spcFirstLastPara="1" rIns="91425" wrap="square" tIns="91425">
            <a:noAutofit/>
          </a:bodyPr>
          <a:lstStyle>
            <a:lvl1pPr lvl="0" algn="ctr">
              <a:lnSpc>
                <a:spcPct val="80000"/>
              </a:lnSpc>
              <a:spcBef>
                <a:spcPts val="0"/>
              </a:spcBef>
              <a:spcAft>
                <a:spcPts val="0"/>
              </a:spcAft>
              <a:buNone/>
              <a:defRPr sz="4200">
                <a:solidFill>
                  <a:schemeClr val="dk1"/>
                </a:solidFill>
              </a:defRPr>
            </a:lvl1pPr>
            <a:lvl2pPr lvl="1" algn="ctr">
              <a:lnSpc>
                <a:spcPct val="115000"/>
              </a:lnSpc>
              <a:spcBef>
                <a:spcPts val="0"/>
              </a:spcBef>
              <a:spcAft>
                <a:spcPts val="0"/>
              </a:spcAft>
              <a:buNone/>
              <a:defRPr>
                <a:solidFill>
                  <a:schemeClr val="dk1"/>
                </a:solidFill>
              </a:defRPr>
            </a:lvl2pPr>
            <a:lvl3pPr lvl="2" algn="ctr">
              <a:lnSpc>
                <a:spcPct val="115000"/>
              </a:lnSpc>
              <a:spcBef>
                <a:spcPts val="0"/>
              </a:spcBef>
              <a:spcAft>
                <a:spcPts val="0"/>
              </a:spcAft>
              <a:buNone/>
              <a:defRPr>
                <a:solidFill>
                  <a:schemeClr val="dk1"/>
                </a:solidFill>
              </a:defRPr>
            </a:lvl3pPr>
            <a:lvl4pPr lvl="3" algn="ctr">
              <a:lnSpc>
                <a:spcPct val="115000"/>
              </a:lnSpc>
              <a:spcBef>
                <a:spcPts val="0"/>
              </a:spcBef>
              <a:spcAft>
                <a:spcPts val="0"/>
              </a:spcAft>
              <a:buNone/>
              <a:defRPr>
                <a:solidFill>
                  <a:schemeClr val="dk1"/>
                </a:solidFill>
              </a:defRPr>
            </a:lvl4pPr>
            <a:lvl5pPr lvl="4" algn="ctr">
              <a:lnSpc>
                <a:spcPct val="115000"/>
              </a:lnSpc>
              <a:spcBef>
                <a:spcPts val="0"/>
              </a:spcBef>
              <a:spcAft>
                <a:spcPts val="0"/>
              </a:spcAft>
              <a:buNone/>
              <a:defRPr>
                <a:solidFill>
                  <a:schemeClr val="dk1"/>
                </a:solidFill>
              </a:defRPr>
            </a:lvl5pPr>
            <a:lvl6pPr lvl="5" algn="ctr">
              <a:lnSpc>
                <a:spcPct val="115000"/>
              </a:lnSpc>
              <a:spcBef>
                <a:spcPts val="0"/>
              </a:spcBef>
              <a:spcAft>
                <a:spcPts val="0"/>
              </a:spcAft>
              <a:buNone/>
              <a:defRPr>
                <a:solidFill>
                  <a:schemeClr val="dk1"/>
                </a:solidFill>
              </a:defRPr>
            </a:lvl6pPr>
            <a:lvl7pPr lvl="6" algn="ctr">
              <a:lnSpc>
                <a:spcPct val="115000"/>
              </a:lnSpc>
              <a:spcBef>
                <a:spcPts val="0"/>
              </a:spcBef>
              <a:spcAft>
                <a:spcPts val="0"/>
              </a:spcAft>
              <a:buNone/>
              <a:defRPr>
                <a:solidFill>
                  <a:schemeClr val="dk1"/>
                </a:solidFill>
              </a:defRPr>
            </a:lvl7pPr>
            <a:lvl8pPr lvl="7" algn="ctr">
              <a:lnSpc>
                <a:spcPct val="115000"/>
              </a:lnSpc>
              <a:spcBef>
                <a:spcPts val="0"/>
              </a:spcBef>
              <a:spcAft>
                <a:spcPts val="0"/>
              </a:spcAft>
              <a:buNone/>
              <a:defRPr>
                <a:solidFill>
                  <a:schemeClr val="dk1"/>
                </a:solidFill>
              </a:defRPr>
            </a:lvl8pPr>
            <a:lvl9pPr lvl="8" algn="ctr">
              <a:lnSpc>
                <a:spcPct val="115000"/>
              </a:lnSpc>
              <a:spcBef>
                <a:spcPts val="0"/>
              </a:spcBef>
              <a:spcAft>
                <a:spcPts val="0"/>
              </a:spcAft>
              <a:buNone/>
              <a:defRPr>
                <a:solidFill>
                  <a:schemeClr val="dk1"/>
                </a:solidFill>
              </a:defRPr>
            </a:lvl9pPr>
          </a:lstStyle>
          <a:p/>
        </p:txBody>
      </p:sp>
      <p:sp>
        <p:nvSpPr>
          <p:cNvPr id="117" name="Google Shape;117;p12"/>
          <p:cNvSpPr txBox="1"/>
          <p:nvPr>
            <p:ph idx="1" type="subTitle"/>
          </p:nvPr>
        </p:nvSpPr>
        <p:spPr>
          <a:xfrm>
            <a:off x="361975" y="255533"/>
            <a:ext cx="3860100" cy="377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Font typeface="Newsreader"/>
              <a:buNone/>
              <a:defRPr>
                <a:solidFill>
                  <a:schemeClr val="dk1"/>
                </a:solidFill>
              </a:defRPr>
            </a:lvl2pPr>
            <a:lvl3pPr lvl="2">
              <a:spcBef>
                <a:spcPts val="0"/>
              </a:spcBef>
              <a:spcAft>
                <a:spcPts val="0"/>
              </a:spcAft>
              <a:buClr>
                <a:schemeClr val="dk1"/>
              </a:buClr>
              <a:buSzPts val="1400"/>
              <a:buFont typeface="Newsreader"/>
              <a:buNone/>
              <a:defRPr>
                <a:solidFill>
                  <a:schemeClr val="dk1"/>
                </a:solidFill>
              </a:defRPr>
            </a:lvl3pPr>
            <a:lvl4pPr lvl="3">
              <a:spcBef>
                <a:spcPts val="0"/>
              </a:spcBef>
              <a:spcAft>
                <a:spcPts val="0"/>
              </a:spcAft>
              <a:buClr>
                <a:schemeClr val="dk1"/>
              </a:buClr>
              <a:buSzPts val="1400"/>
              <a:buFont typeface="Newsreader"/>
              <a:buNone/>
              <a:defRPr>
                <a:solidFill>
                  <a:schemeClr val="dk1"/>
                </a:solidFill>
              </a:defRPr>
            </a:lvl4pPr>
            <a:lvl5pPr lvl="4">
              <a:spcBef>
                <a:spcPts val="0"/>
              </a:spcBef>
              <a:spcAft>
                <a:spcPts val="0"/>
              </a:spcAft>
              <a:buClr>
                <a:schemeClr val="dk1"/>
              </a:buClr>
              <a:buSzPts val="1400"/>
              <a:buFont typeface="Newsreader"/>
              <a:buNone/>
              <a:defRPr>
                <a:solidFill>
                  <a:schemeClr val="dk1"/>
                </a:solidFill>
              </a:defRPr>
            </a:lvl5pPr>
            <a:lvl6pPr lvl="5">
              <a:spcBef>
                <a:spcPts val="0"/>
              </a:spcBef>
              <a:spcAft>
                <a:spcPts val="0"/>
              </a:spcAft>
              <a:buClr>
                <a:schemeClr val="dk1"/>
              </a:buClr>
              <a:buSzPts val="1400"/>
              <a:buFont typeface="Newsreader"/>
              <a:buNone/>
              <a:defRPr>
                <a:solidFill>
                  <a:schemeClr val="dk1"/>
                </a:solidFill>
              </a:defRPr>
            </a:lvl6pPr>
            <a:lvl7pPr lvl="6">
              <a:spcBef>
                <a:spcPts val="0"/>
              </a:spcBef>
              <a:spcAft>
                <a:spcPts val="0"/>
              </a:spcAft>
              <a:buClr>
                <a:schemeClr val="dk1"/>
              </a:buClr>
              <a:buSzPts val="1400"/>
              <a:buFont typeface="Newsreader"/>
              <a:buNone/>
              <a:defRPr>
                <a:solidFill>
                  <a:schemeClr val="dk1"/>
                </a:solidFill>
              </a:defRPr>
            </a:lvl7pPr>
            <a:lvl8pPr lvl="7">
              <a:spcBef>
                <a:spcPts val="0"/>
              </a:spcBef>
              <a:spcAft>
                <a:spcPts val="0"/>
              </a:spcAft>
              <a:buClr>
                <a:schemeClr val="dk1"/>
              </a:buClr>
              <a:buSzPts val="1400"/>
              <a:buFont typeface="Newsreader"/>
              <a:buNone/>
              <a:defRPr>
                <a:solidFill>
                  <a:schemeClr val="dk1"/>
                </a:solidFill>
              </a:defRPr>
            </a:lvl8pPr>
            <a:lvl9pPr lvl="8">
              <a:spcBef>
                <a:spcPts val="0"/>
              </a:spcBef>
              <a:spcAft>
                <a:spcPts val="0"/>
              </a:spcAft>
              <a:buClr>
                <a:schemeClr val="dk1"/>
              </a:buClr>
              <a:buSzPts val="1400"/>
              <a:buFont typeface="Newsreader"/>
              <a:buNone/>
              <a:defRPr>
                <a:solidFill>
                  <a:schemeClr val="dk1"/>
                </a:solidFill>
              </a:defRPr>
            </a:lvl9pPr>
          </a:lstStyle>
          <a:p/>
        </p:txBody>
      </p:sp>
      <p:sp>
        <p:nvSpPr>
          <p:cNvPr id="118" name="Google Shape;118;p12"/>
          <p:cNvSpPr txBox="1"/>
          <p:nvPr>
            <p:ph idx="3" type="body"/>
          </p:nvPr>
        </p:nvSpPr>
        <p:spPr>
          <a:xfrm>
            <a:off x="547575" y="3337797"/>
            <a:ext cx="3492600" cy="1327500"/>
          </a:xfrm>
          <a:prstGeom prst="rect">
            <a:avLst/>
          </a:prstGeom>
        </p:spPr>
        <p:txBody>
          <a:bodyPr anchorCtr="0" anchor="b" bIns="91425" lIns="91425" spcFirstLastPara="1" rIns="91425" wrap="square" tIns="91425">
            <a:noAutofit/>
          </a:bodyPr>
          <a:lstStyle>
            <a:lvl1pPr indent="-292100" lvl="0" marL="457200" algn="ctr">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ctr">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and Four steps">
  <p:cSld name="CUSTOM_7_1_1_1_1_1_1_1_1_1_1_1_1_1_1_1_1_1_2">
    <p:bg>
      <p:bgPr>
        <a:solidFill>
          <a:schemeClr val="lt1"/>
        </a:solidFill>
      </p:bgPr>
    </p:bg>
    <p:spTree>
      <p:nvGrpSpPr>
        <p:cNvPr id="119" name="Shape 119"/>
        <p:cNvGrpSpPr/>
        <p:nvPr/>
      </p:nvGrpSpPr>
      <p:grpSpPr>
        <a:xfrm>
          <a:off x="0" y="0"/>
          <a:ext cx="0" cy="0"/>
          <a:chOff x="0" y="0"/>
          <a:chExt cx="0" cy="0"/>
        </a:xfrm>
      </p:grpSpPr>
      <p:sp>
        <p:nvSpPr>
          <p:cNvPr id="120" name="Google Shape;120;p1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21" name="Google Shape;121;p1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22" name="Google Shape;122;p13"/>
          <p:cNvSpPr/>
          <p:nvPr/>
        </p:nvSpPr>
        <p:spPr>
          <a:xfrm>
            <a:off x="50" y="2785800"/>
            <a:ext cx="2294400" cy="23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23" name="Google Shape;123;p13"/>
          <p:cNvSpPr/>
          <p:nvPr/>
        </p:nvSpPr>
        <p:spPr>
          <a:xfrm>
            <a:off x="2286125" y="2068875"/>
            <a:ext cx="2294400" cy="30747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24" name="Google Shape;124;p13"/>
          <p:cNvSpPr/>
          <p:nvPr/>
        </p:nvSpPr>
        <p:spPr>
          <a:xfrm>
            <a:off x="4565475" y="1495326"/>
            <a:ext cx="2294400" cy="3648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25" name="Google Shape;125;p13"/>
          <p:cNvSpPr/>
          <p:nvPr/>
        </p:nvSpPr>
        <p:spPr>
          <a:xfrm>
            <a:off x="6849550" y="732775"/>
            <a:ext cx="2294400" cy="44106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26" name="Google Shape;126;p13"/>
          <p:cNvSpPr txBox="1"/>
          <p:nvPr/>
        </p:nvSpPr>
        <p:spPr>
          <a:xfrm>
            <a:off x="375350"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01</a:t>
            </a:r>
            <a:endParaRPr sz="3000">
              <a:solidFill>
                <a:schemeClr val="lt1"/>
              </a:solidFill>
              <a:latin typeface="Newsreader"/>
              <a:ea typeface="Newsreader"/>
              <a:cs typeface="Newsreader"/>
              <a:sym typeface="Newsreader"/>
            </a:endParaRPr>
          </a:p>
        </p:txBody>
      </p:sp>
      <p:sp>
        <p:nvSpPr>
          <p:cNvPr id="127" name="Google Shape;127;p13"/>
          <p:cNvSpPr txBox="1"/>
          <p:nvPr/>
        </p:nvSpPr>
        <p:spPr>
          <a:xfrm>
            <a:off x="2665113"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dk1"/>
                </a:solidFill>
                <a:latin typeface="Newsreader"/>
                <a:ea typeface="Newsreader"/>
                <a:cs typeface="Newsreader"/>
                <a:sym typeface="Newsreader"/>
              </a:rPr>
              <a:t>02</a:t>
            </a:r>
            <a:endParaRPr sz="3000">
              <a:solidFill>
                <a:schemeClr val="dk1"/>
              </a:solidFill>
              <a:latin typeface="Newsreader"/>
              <a:ea typeface="Newsreader"/>
              <a:cs typeface="Newsreader"/>
              <a:sym typeface="Newsreader"/>
            </a:endParaRPr>
          </a:p>
        </p:txBody>
      </p:sp>
      <p:sp>
        <p:nvSpPr>
          <p:cNvPr id="128" name="Google Shape;128;p13"/>
          <p:cNvSpPr txBox="1"/>
          <p:nvPr/>
        </p:nvSpPr>
        <p:spPr>
          <a:xfrm>
            <a:off x="4937688"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03</a:t>
            </a:r>
            <a:endParaRPr sz="3000">
              <a:solidFill>
                <a:schemeClr val="lt1"/>
              </a:solidFill>
              <a:latin typeface="Newsreader"/>
              <a:ea typeface="Newsreader"/>
              <a:cs typeface="Newsreader"/>
              <a:sym typeface="Newsreader"/>
            </a:endParaRPr>
          </a:p>
        </p:txBody>
      </p:sp>
      <p:sp>
        <p:nvSpPr>
          <p:cNvPr id="129" name="Google Shape;129;p13"/>
          <p:cNvSpPr txBox="1"/>
          <p:nvPr/>
        </p:nvSpPr>
        <p:spPr>
          <a:xfrm>
            <a:off x="7230513"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04</a:t>
            </a:r>
            <a:endParaRPr sz="3000">
              <a:solidFill>
                <a:schemeClr val="lt1"/>
              </a:solidFill>
              <a:latin typeface="Newsreader"/>
              <a:ea typeface="Newsreader"/>
              <a:cs typeface="Newsreader"/>
              <a:sym typeface="Newsreader"/>
            </a:endParaRPr>
          </a:p>
        </p:txBody>
      </p:sp>
      <p:sp>
        <p:nvSpPr>
          <p:cNvPr id="130" name="Google Shape;130;p13"/>
          <p:cNvSpPr txBox="1"/>
          <p:nvPr>
            <p:ph type="title"/>
          </p:nvPr>
        </p:nvSpPr>
        <p:spPr>
          <a:xfrm>
            <a:off x="361975" y="988782"/>
            <a:ext cx="3231600" cy="760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200"/>
              <a:buFont typeface="Newsreader"/>
              <a:buNone/>
              <a:defRPr sz="2200">
                <a:solidFill>
                  <a:schemeClr val="dk1"/>
                </a:solidFill>
              </a:defRPr>
            </a:lvl1pPr>
            <a:lvl2pPr lvl="1">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2pPr>
            <a:lvl3pPr lvl="2">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3pPr>
            <a:lvl4pPr lvl="3">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4pPr>
            <a:lvl5pPr lvl="4">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5pPr>
            <a:lvl6pPr lvl="5">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6pPr>
            <a:lvl7pPr lvl="6">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7pPr>
            <a:lvl8pPr lvl="7">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8pPr>
            <a:lvl9pPr lvl="8">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9pPr>
          </a:lstStyle>
          <a:p/>
        </p:txBody>
      </p:sp>
      <p:sp>
        <p:nvSpPr>
          <p:cNvPr id="131" name="Google Shape;131;p13"/>
          <p:cNvSpPr txBox="1"/>
          <p:nvPr>
            <p:ph idx="2" type="subTitle"/>
          </p:nvPr>
        </p:nvSpPr>
        <p:spPr>
          <a:xfrm>
            <a:off x="382691" y="3129231"/>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2" name="Google Shape;132;p13"/>
          <p:cNvSpPr txBox="1"/>
          <p:nvPr>
            <p:ph idx="3" type="subTitle"/>
          </p:nvPr>
        </p:nvSpPr>
        <p:spPr>
          <a:xfrm>
            <a:off x="377048" y="3344302"/>
            <a:ext cx="1689600" cy="9690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
        <p:nvSpPr>
          <p:cNvPr id="133" name="Google Shape;133;p13"/>
          <p:cNvSpPr txBox="1"/>
          <p:nvPr>
            <p:ph idx="4" type="subTitle"/>
          </p:nvPr>
        </p:nvSpPr>
        <p:spPr>
          <a:xfrm>
            <a:off x="2671462" y="2450249"/>
            <a:ext cx="12573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34" name="Google Shape;134;p13"/>
          <p:cNvSpPr txBox="1"/>
          <p:nvPr>
            <p:ph idx="5" type="subTitle"/>
          </p:nvPr>
        </p:nvSpPr>
        <p:spPr>
          <a:xfrm>
            <a:off x="2665825" y="2665171"/>
            <a:ext cx="1689600" cy="1423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35" name="Google Shape;135;p13"/>
          <p:cNvSpPr txBox="1"/>
          <p:nvPr>
            <p:ph idx="6" type="subTitle"/>
          </p:nvPr>
        </p:nvSpPr>
        <p:spPr>
          <a:xfrm>
            <a:off x="4943337" y="1884672"/>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6" name="Google Shape;136;p13"/>
          <p:cNvSpPr txBox="1"/>
          <p:nvPr>
            <p:ph idx="7" type="subTitle"/>
          </p:nvPr>
        </p:nvSpPr>
        <p:spPr>
          <a:xfrm>
            <a:off x="4937700" y="2099593"/>
            <a:ext cx="1689600" cy="16206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
        <p:nvSpPr>
          <p:cNvPr id="137" name="Google Shape;137;p13"/>
          <p:cNvSpPr txBox="1"/>
          <p:nvPr>
            <p:ph idx="8" type="subTitle"/>
          </p:nvPr>
        </p:nvSpPr>
        <p:spPr>
          <a:xfrm>
            <a:off x="7238787" y="1057472"/>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8" name="Google Shape;138;p13"/>
          <p:cNvSpPr txBox="1"/>
          <p:nvPr>
            <p:ph idx="9" type="subTitle"/>
          </p:nvPr>
        </p:nvSpPr>
        <p:spPr>
          <a:xfrm>
            <a:off x="7233150" y="1272358"/>
            <a:ext cx="1689600" cy="21960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Light">
  <p:cSld name="CUSTOM_7_1_1_1_1_1_1_1_1_1_1_1_1_1_1_1_1_1_1_1">
    <p:spTree>
      <p:nvGrpSpPr>
        <p:cNvPr id="139" name="Shape 139"/>
        <p:cNvGrpSpPr/>
        <p:nvPr/>
      </p:nvGrpSpPr>
      <p:grpSpPr>
        <a:xfrm>
          <a:off x="0" y="0"/>
          <a:ext cx="0" cy="0"/>
          <a:chOff x="0" y="0"/>
          <a:chExt cx="0" cy="0"/>
        </a:xfrm>
      </p:grpSpPr>
      <p:sp>
        <p:nvSpPr>
          <p:cNvPr id="140" name="Google Shape;140;p1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41" name="Google Shape;141;p1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2" name="Google Shape;142;p14"/>
          <p:cNvSpPr txBox="1"/>
          <p:nvPr>
            <p:ph type="title"/>
          </p:nvPr>
        </p:nvSpPr>
        <p:spPr>
          <a:xfrm>
            <a:off x="1453650" y="1325938"/>
            <a:ext cx="6236700" cy="2011800"/>
          </a:xfrm>
          <a:prstGeom prst="rect">
            <a:avLst/>
          </a:prstGeom>
        </p:spPr>
        <p:txBody>
          <a:bodyPr anchorCtr="0" anchor="t" bIns="0" lIns="0" spcFirstLastPara="1" rIns="0" wrap="square" tIns="0">
            <a:noAutofit/>
          </a:bodyPr>
          <a:lstStyle>
            <a:lvl1pPr lvl="0">
              <a:spcBef>
                <a:spcPts val="0"/>
              </a:spcBef>
              <a:spcAft>
                <a:spcPts val="0"/>
              </a:spcAft>
              <a:buNone/>
              <a:defRPr sz="2500"/>
            </a:lvl1pPr>
            <a:lvl2pPr lvl="1">
              <a:spcBef>
                <a:spcPts val="0"/>
              </a:spcBef>
              <a:spcAft>
                <a:spcPts val="0"/>
              </a:spcAft>
              <a:buNone/>
              <a:defRPr sz="2500"/>
            </a:lvl2pPr>
            <a:lvl3pPr lvl="2">
              <a:spcBef>
                <a:spcPts val="0"/>
              </a:spcBef>
              <a:spcAft>
                <a:spcPts val="0"/>
              </a:spcAft>
              <a:buNone/>
              <a:defRPr sz="2500"/>
            </a:lvl3pPr>
            <a:lvl4pPr lvl="3">
              <a:spcBef>
                <a:spcPts val="0"/>
              </a:spcBef>
              <a:spcAft>
                <a:spcPts val="0"/>
              </a:spcAft>
              <a:buNone/>
              <a:defRPr sz="2500"/>
            </a:lvl4pPr>
            <a:lvl5pPr lvl="4">
              <a:spcBef>
                <a:spcPts val="0"/>
              </a:spcBef>
              <a:spcAft>
                <a:spcPts val="0"/>
              </a:spcAft>
              <a:buNone/>
              <a:defRPr sz="2500"/>
            </a:lvl5pPr>
            <a:lvl6pPr lvl="5">
              <a:spcBef>
                <a:spcPts val="0"/>
              </a:spcBef>
              <a:spcAft>
                <a:spcPts val="0"/>
              </a:spcAft>
              <a:buNone/>
              <a:defRPr sz="2500"/>
            </a:lvl6pPr>
            <a:lvl7pPr lvl="6">
              <a:spcBef>
                <a:spcPts val="0"/>
              </a:spcBef>
              <a:spcAft>
                <a:spcPts val="0"/>
              </a:spcAft>
              <a:buNone/>
              <a:defRPr sz="2500"/>
            </a:lvl7pPr>
            <a:lvl8pPr lvl="7">
              <a:spcBef>
                <a:spcPts val="0"/>
              </a:spcBef>
              <a:spcAft>
                <a:spcPts val="0"/>
              </a:spcAft>
              <a:buNone/>
              <a:defRPr sz="2500"/>
            </a:lvl8pPr>
            <a:lvl9pPr lvl="8">
              <a:spcBef>
                <a:spcPts val="0"/>
              </a:spcBef>
              <a:spcAft>
                <a:spcPts val="0"/>
              </a:spcAft>
              <a:buNone/>
              <a:defRPr sz="2500"/>
            </a:lvl9pPr>
          </a:lstStyle>
          <a:p/>
        </p:txBody>
      </p:sp>
      <p:sp>
        <p:nvSpPr>
          <p:cNvPr id="143" name="Google Shape;143;p14"/>
          <p:cNvSpPr/>
          <p:nvPr>
            <p:ph idx="2" type="pic"/>
          </p:nvPr>
        </p:nvSpPr>
        <p:spPr>
          <a:xfrm>
            <a:off x="1442350" y="3492500"/>
            <a:ext cx="408900" cy="408900"/>
          </a:xfrm>
          <a:prstGeom prst="ellipse">
            <a:avLst/>
          </a:prstGeom>
          <a:noFill/>
          <a:ln>
            <a:noFill/>
          </a:ln>
        </p:spPr>
      </p:sp>
      <p:sp>
        <p:nvSpPr>
          <p:cNvPr id="144" name="Google Shape;144;p14"/>
          <p:cNvSpPr txBox="1"/>
          <p:nvPr>
            <p:ph idx="3" type="subTitle"/>
          </p:nvPr>
        </p:nvSpPr>
        <p:spPr>
          <a:xfrm>
            <a:off x="1957375" y="3536000"/>
            <a:ext cx="2661600" cy="187800"/>
          </a:xfrm>
          <a:prstGeom prst="rect">
            <a:avLst/>
          </a:prstGeom>
        </p:spPr>
        <p:txBody>
          <a:bodyPr anchorCtr="0" anchor="ctr"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000"/>
              <a:buFont typeface="DM Sans SemiBold"/>
              <a:buNone/>
              <a:defRPr sz="1000">
                <a:latin typeface="DM Sans SemiBold"/>
                <a:ea typeface="DM Sans SemiBold"/>
                <a:cs typeface="DM Sans SemiBold"/>
                <a:sym typeface="DM Sans SemiBold"/>
              </a:defRPr>
            </a:lvl2pPr>
            <a:lvl3pPr lvl="2">
              <a:spcBef>
                <a:spcPts val="0"/>
              </a:spcBef>
              <a:spcAft>
                <a:spcPts val="0"/>
              </a:spcAft>
              <a:buSzPts val="1000"/>
              <a:buFont typeface="DM Sans SemiBold"/>
              <a:buNone/>
              <a:defRPr sz="1000">
                <a:latin typeface="DM Sans SemiBold"/>
                <a:ea typeface="DM Sans SemiBold"/>
                <a:cs typeface="DM Sans SemiBold"/>
                <a:sym typeface="DM Sans SemiBold"/>
              </a:defRPr>
            </a:lvl3pPr>
            <a:lvl4pPr lvl="3">
              <a:spcBef>
                <a:spcPts val="0"/>
              </a:spcBef>
              <a:spcAft>
                <a:spcPts val="0"/>
              </a:spcAft>
              <a:buSzPts val="1000"/>
              <a:buFont typeface="DM Sans SemiBold"/>
              <a:buNone/>
              <a:defRPr sz="1000">
                <a:latin typeface="DM Sans SemiBold"/>
                <a:ea typeface="DM Sans SemiBold"/>
                <a:cs typeface="DM Sans SemiBold"/>
                <a:sym typeface="DM Sans SemiBold"/>
              </a:defRPr>
            </a:lvl4pPr>
            <a:lvl5pPr lvl="4">
              <a:spcBef>
                <a:spcPts val="0"/>
              </a:spcBef>
              <a:spcAft>
                <a:spcPts val="0"/>
              </a:spcAft>
              <a:buSzPts val="1000"/>
              <a:buFont typeface="DM Sans SemiBold"/>
              <a:buNone/>
              <a:defRPr sz="1000">
                <a:latin typeface="DM Sans SemiBold"/>
                <a:ea typeface="DM Sans SemiBold"/>
                <a:cs typeface="DM Sans SemiBold"/>
                <a:sym typeface="DM Sans SemiBold"/>
              </a:defRPr>
            </a:lvl5pPr>
            <a:lvl6pPr lvl="5">
              <a:spcBef>
                <a:spcPts val="0"/>
              </a:spcBef>
              <a:spcAft>
                <a:spcPts val="0"/>
              </a:spcAft>
              <a:buSzPts val="1000"/>
              <a:buFont typeface="DM Sans SemiBold"/>
              <a:buNone/>
              <a:defRPr sz="1000">
                <a:latin typeface="DM Sans SemiBold"/>
                <a:ea typeface="DM Sans SemiBold"/>
                <a:cs typeface="DM Sans SemiBold"/>
                <a:sym typeface="DM Sans SemiBold"/>
              </a:defRPr>
            </a:lvl6pPr>
            <a:lvl7pPr lvl="6">
              <a:spcBef>
                <a:spcPts val="0"/>
              </a:spcBef>
              <a:spcAft>
                <a:spcPts val="0"/>
              </a:spcAft>
              <a:buSzPts val="1000"/>
              <a:buFont typeface="DM Sans SemiBold"/>
              <a:buNone/>
              <a:defRPr sz="1000">
                <a:latin typeface="DM Sans SemiBold"/>
                <a:ea typeface="DM Sans SemiBold"/>
                <a:cs typeface="DM Sans SemiBold"/>
                <a:sym typeface="DM Sans SemiBold"/>
              </a:defRPr>
            </a:lvl7pPr>
            <a:lvl8pPr lvl="7">
              <a:spcBef>
                <a:spcPts val="0"/>
              </a:spcBef>
              <a:spcAft>
                <a:spcPts val="0"/>
              </a:spcAft>
              <a:buSzPts val="1000"/>
              <a:buFont typeface="DM Sans SemiBold"/>
              <a:buNone/>
              <a:defRPr sz="1000">
                <a:latin typeface="DM Sans SemiBold"/>
                <a:ea typeface="DM Sans SemiBold"/>
                <a:cs typeface="DM Sans SemiBold"/>
                <a:sym typeface="DM Sans SemiBold"/>
              </a:defRPr>
            </a:lvl8pPr>
            <a:lvl9pPr lvl="8">
              <a:spcBef>
                <a:spcPts val="0"/>
              </a:spcBef>
              <a:spcAft>
                <a:spcPts val="0"/>
              </a:spcAft>
              <a:buSzPts val="1000"/>
              <a:buFont typeface="DM Sans SemiBold"/>
              <a:buNone/>
              <a:defRPr sz="1000">
                <a:latin typeface="DM Sans SemiBold"/>
                <a:ea typeface="DM Sans SemiBold"/>
                <a:cs typeface="DM Sans SemiBold"/>
                <a:sym typeface="DM Sans SemiBold"/>
              </a:defRPr>
            </a:lvl9pPr>
          </a:lstStyle>
          <a:p/>
        </p:txBody>
      </p:sp>
      <p:sp>
        <p:nvSpPr>
          <p:cNvPr id="145" name="Google Shape;145;p14"/>
          <p:cNvSpPr txBox="1"/>
          <p:nvPr>
            <p:ph idx="4" type="subTitle"/>
          </p:nvPr>
        </p:nvSpPr>
        <p:spPr>
          <a:xfrm>
            <a:off x="1957375" y="3678443"/>
            <a:ext cx="2661600" cy="187800"/>
          </a:xfrm>
          <a:prstGeom prst="rect">
            <a:avLst/>
          </a:prstGeom>
        </p:spPr>
        <p:txBody>
          <a:bodyPr anchorCtr="0" anchor="ctr"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p:cSld name="CUSTOM_7_1_1_1_1_1_1_1_1_1_1_1_1_1_1_1_1_1_1_1_1">
    <p:bg>
      <p:bgPr>
        <a:solidFill>
          <a:schemeClr val="lt1"/>
        </a:solidFill>
      </p:bgPr>
    </p:bg>
    <p:spTree>
      <p:nvGrpSpPr>
        <p:cNvPr id="146" name="Shape 146"/>
        <p:cNvGrpSpPr/>
        <p:nvPr/>
      </p:nvGrpSpPr>
      <p:grpSpPr>
        <a:xfrm>
          <a:off x="0" y="0"/>
          <a:ext cx="0" cy="0"/>
          <a:chOff x="0" y="0"/>
          <a:chExt cx="0" cy="0"/>
        </a:xfrm>
      </p:grpSpPr>
      <p:sp>
        <p:nvSpPr>
          <p:cNvPr id="147" name="Google Shape;147;p1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48" name="Google Shape;148;p1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49" name="Google Shape;149;p15"/>
          <p:cNvSpPr txBox="1"/>
          <p:nvPr>
            <p:ph type="title"/>
          </p:nvPr>
        </p:nvSpPr>
        <p:spPr>
          <a:xfrm>
            <a:off x="1453650" y="1325938"/>
            <a:ext cx="6236700" cy="2011800"/>
          </a:xfrm>
          <a:prstGeom prst="rect">
            <a:avLst/>
          </a:prstGeom>
        </p:spPr>
        <p:txBody>
          <a:bodyPr anchorCtr="0" anchor="t" bIns="0" lIns="0" spcFirstLastPara="1" rIns="0" wrap="square" tIns="0">
            <a:noAutofit/>
          </a:bodyPr>
          <a:lstStyle>
            <a:lvl1pPr lvl="0">
              <a:spcBef>
                <a:spcPts val="0"/>
              </a:spcBef>
              <a:spcAft>
                <a:spcPts val="0"/>
              </a:spcAft>
              <a:buNone/>
              <a:defRPr sz="2500">
                <a:solidFill>
                  <a:schemeClr val="dk1"/>
                </a:solidFill>
              </a:defRPr>
            </a:lvl1pPr>
            <a:lvl2pPr lvl="1">
              <a:spcBef>
                <a:spcPts val="0"/>
              </a:spcBef>
              <a:spcAft>
                <a:spcPts val="0"/>
              </a:spcAft>
              <a:buNone/>
              <a:defRPr sz="2500">
                <a:solidFill>
                  <a:schemeClr val="dk1"/>
                </a:solidFill>
              </a:defRPr>
            </a:lvl2pPr>
            <a:lvl3pPr lvl="2">
              <a:spcBef>
                <a:spcPts val="0"/>
              </a:spcBef>
              <a:spcAft>
                <a:spcPts val="0"/>
              </a:spcAft>
              <a:buNone/>
              <a:defRPr sz="2500">
                <a:solidFill>
                  <a:schemeClr val="dk1"/>
                </a:solidFill>
              </a:defRPr>
            </a:lvl3pPr>
            <a:lvl4pPr lvl="3">
              <a:spcBef>
                <a:spcPts val="0"/>
              </a:spcBef>
              <a:spcAft>
                <a:spcPts val="0"/>
              </a:spcAft>
              <a:buNone/>
              <a:defRPr sz="2500">
                <a:solidFill>
                  <a:schemeClr val="dk1"/>
                </a:solidFill>
              </a:defRPr>
            </a:lvl4pPr>
            <a:lvl5pPr lvl="4">
              <a:spcBef>
                <a:spcPts val="0"/>
              </a:spcBef>
              <a:spcAft>
                <a:spcPts val="0"/>
              </a:spcAft>
              <a:buNone/>
              <a:defRPr sz="2500">
                <a:solidFill>
                  <a:schemeClr val="dk1"/>
                </a:solidFill>
              </a:defRPr>
            </a:lvl5pPr>
            <a:lvl6pPr lvl="5">
              <a:spcBef>
                <a:spcPts val="0"/>
              </a:spcBef>
              <a:spcAft>
                <a:spcPts val="0"/>
              </a:spcAft>
              <a:buNone/>
              <a:defRPr sz="2500">
                <a:solidFill>
                  <a:schemeClr val="dk1"/>
                </a:solidFill>
              </a:defRPr>
            </a:lvl6pPr>
            <a:lvl7pPr lvl="6">
              <a:spcBef>
                <a:spcPts val="0"/>
              </a:spcBef>
              <a:spcAft>
                <a:spcPts val="0"/>
              </a:spcAft>
              <a:buNone/>
              <a:defRPr sz="2500">
                <a:solidFill>
                  <a:schemeClr val="dk1"/>
                </a:solidFill>
              </a:defRPr>
            </a:lvl7pPr>
            <a:lvl8pPr lvl="7">
              <a:spcBef>
                <a:spcPts val="0"/>
              </a:spcBef>
              <a:spcAft>
                <a:spcPts val="0"/>
              </a:spcAft>
              <a:buNone/>
              <a:defRPr sz="2500">
                <a:solidFill>
                  <a:schemeClr val="dk1"/>
                </a:solidFill>
              </a:defRPr>
            </a:lvl8pPr>
            <a:lvl9pPr lvl="8">
              <a:spcBef>
                <a:spcPts val="0"/>
              </a:spcBef>
              <a:spcAft>
                <a:spcPts val="0"/>
              </a:spcAft>
              <a:buNone/>
              <a:defRPr sz="2500">
                <a:solidFill>
                  <a:schemeClr val="dk1"/>
                </a:solidFill>
              </a:defRPr>
            </a:lvl9pPr>
          </a:lstStyle>
          <a:p/>
        </p:txBody>
      </p:sp>
      <p:sp>
        <p:nvSpPr>
          <p:cNvPr id="150" name="Google Shape;150;p15"/>
          <p:cNvSpPr/>
          <p:nvPr>
            <p:ph idx="2" type="pic"/>
          </p:nvPr>
        </p:nvSpPr>
        <p:spPr>
          <a:xfrm>
            <a:off x="1442350" y="3492500"/>
            <a:ext cx="408900" cy="408900"/>
          </a:xfrm>
          <a:prstGeom prst="ellipse">
            <a:avLst/>
          </a:prstGeom>
          <a:noFill/>
          <a:ln>
            <a:noFill/>
          </a:ln>
        </p:spPr>
      </p:sp>
      <p:sp>
        <p:nvSpPr>
          <p:cNvPr id="151" name="Google Shape;151;p15"/>
          <p:cNvSpPr txBox="1"/>
          <p:nvPr>
            <p:ph idx="3" type="subTitle"/>
          </p:nvPr>
        </p:nvSpPr>
        <p:spPr>
          <a:xfrm>
            <a:off x="1957375" y="3536000"/>
            <a:ext cx="2661600" cy="187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2pPr>
            <a:lvl3pPr lvl="2">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3pPr>
            <a:lvl4pPr lvl="3">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4pPr>
            <a:lvl5pPr lvl="4">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5pPr>
            <a:lvl6pPr lvl="5">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6pPr>
            <a:lvl7pPr lvl="6">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7pPr>
            <a:lvl8pPr lvl="7">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8pPr>
            <a:lvl9pPr lvl="8">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9pPr>
          </a:lstStyle>
          <a:p/>
        </p:txBody>
      </p:sp>
      <p:sp>
        <p:nvSpPr>
          <p:cNvPr id="152" name="Google Shape;152;p15"/>
          <p:cNvSpPr txBox="1"/>
          <p:nvPr>
            <p:ph idx="4" type="subTitle"/>
          </p:nvPr>
        </p:nvSpPr>
        <p:spPr>
          <a:xfrm>
            <a:off x="1957375" y="3678443"/>
            <a:ext cx="2661600" cy="187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modules">
  <p:cSld name="CUSTOM">
    <p:bg>
      <p:bgPr>
        <a:solidFill>
          <a:schemeClr val="lt1"/>
        </a:solidFill>
      </p:bgPr>
    </p:bg>
    <p:spTree>
      <p:nvGrpSpPr>
        <p:cNvPr id="153" name="Shape 153"/>
        <p:cNvGrpSpPr/>
        <p:nvPr/>
      </p:nvGrpSpPr>
      <p:grpSpPr>
        <a:xfrm>
          <a:off x="0" y="0"/>
          <a:ext cx="0" cy="0"/>
          <a:chOff x="0" y="0"/>
          <a:chExt cx="0" cy="0"/>
        </a:xfrm>
      </p:grpSpPr>
      <p:sp>
        <p:nvSpPr>
          <p:cNvPr id="154" name="Google Shape;154;p16"/>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55" name="Google Shape;155;p16"/>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156" name="Google Shape;156;p16"/>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57" name="Google Shape;157;p16"/>
          <p:cNvSpPr txBox="1"/>
          <p:nvPr>
            <p:ph idx="3" type="body"/>
          </p:nvPr>
        </p:nvSpPr>
        <p:spPr>
          <a:xfrm>
            <a:off x="361975" y="3256513"/>
            <a:ext cx="3860100" cy="13275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58" name="Google Shape;158;p16"/>
          <p:cNvSpPr txBox="1"/>
          <p:nvPr>
            <p:ph idx="4" type="title"/>
          </p:nvPr>
        </p:nvSpPr>
        <p:spPr>
          <a:xfrm>
            <a:off x="4800825" y="258072"/>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159" name="Google Shape;159;p16"/>
          <p:cNvSpPr txBox="1"/>
          <p:nvPr>
            <p:ph idx="5" type="title"/>
          </p:nvPr>
        </p:nvSpPr>
        <p:spPr>
          <a:xfrm>
            <a:off x="7094925" y="258072"/>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160" name="Google Shape;160;p16"/>
          <p:cNvSpPr txBox="1"/>
          <p:nvPr>
            <p:ph idx="6" type="title"/>
          </p:nvPr>
        </p:nvSpPr>
        <p:spPr>
          <a:xfrm>
            <a:off x="4800825" y="1698225"/>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161" name="Google Shape;161;p16"/>
          <p:cNvSpPr txBox="1"/>
          <p:nvPr>
            <p:ph idx="7" type="body"/>
          </p:nvPr>
        </p:nvSpPr>
        <p:spPr>
          <a:xfrm>
            <a:off x="4800825" y="4122308"/>
            <a:ext cx="39759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62" name="Google Shape;162;p16"/>
          <p:cNvSpPr txBox="1"/>
          <p:nvPr>
            <p:ph idx="8" type="title"/>
          </p:nvPr>
        </p:nvSpPr>
        <p:spPr>
          <a:xfrm>
            <a:off x="4800825" y="3215225"/>
            <a:ext cx="3975900" cy="798900"/>
          </a:xfrm>
          <a:prstGeom prst="rect">
            <a:avLst/>
          </a:prstGeom>
        </p:spPr>
        <p:txBody>
          <a:bodyPr anchorCtr="0" anchor="t" bIns="0" lIns="0" spcFirstLastPara="1" rIns="0" wrap="square" tIns="0">
            <a:noAutofit/>
          </a:bodyPr>
          <a:lstStyle>
            <a:lvl1pPr lvl="0">
              <a:spcBef>
                <a:spcPts val="0"/>
              </a:spcBef>
              <a:spcAft>
                <a:spcPts val="0"/>
              </a:spcAft>
              <a:buNone/>
              <a:defRPr sz="6200"/>
            </a:lvl1pPr>
            <a:lvl2pPr lvl="1">
              <a:spcBef>
                <a:spcPts val="0"/>
              </a:spcBef>
              <a:spcAft>
                <a:spcPts val="0"/>
              </a:spcAft>
              <a:buNone/>
              <a:defRPr sz="2200">
                <a:solidFill>
                  <a:schemeClr val="dk1"/>
                </a:solidFill>
              </a:defRPr>
            </a:lvl2pPr>
            <a:lvl3pPr lvl="2">
              <a:spcBef>
                <a:spcPts val="0"/>
              </a:spcBef>
              <a:spcAft>
                <a:spcPts val="0"/>
              </a:spcAft>
              <a:buNone/>
              <a:defRPr sz="2200">
                <a:solidFill>
                  <a:schemeClr val="dk1"/>
                </a:solidFill>
              </a:defRPr>
            </a:lvl3pPr>
            <a:lvl4pPr lvl="3">
              <a:spcBef>
                <a:spcPts val="0"/>
              </a:spcBef>
              <a:spcAft>
                <a:spcPts val="0"/>
              </a:spcAft>
              <a:buNone/>
              <a:defRPr sz="2200">
                <a:solidFill>
                  <a:schemeClr val="dk1"/>
                </a:solidFill>
              </a:defRPr>
            </a:lvl4pPr>
            <a:lvl5pPr lvl="4">
              <a:spcBef>
                <a:spcPts val="0"/>
              </a:spcBef>
              <a:spcAft>
                <a:spcPts val="0"/>
              </a:spcAft>
              <a:buNone/>
              <a:defRPr sz="2200">
                <a:solidFill>
                  <a:schemeClr val="dk1"/>
                </a:solidFill>
              </a:defRPr>
            </a:lvl5pPr>
            <a:lvl6pPr lvl="5">
              <a:spcBef>
                <a:spcPts val="0"/>
              </a:spcBef>
              <a:spcAft>
                <a:spcPts val="0"/>
              </a:spcAft>
              <a:buNone/>
              <a:defRPr sz="2200">
                <a:solidFill>
                  <a:schemeClr val="dk1"/>
                </a:solidFill>
              </a:defRPr>
            </a:lvl6pPr>
            <a:lvl7pPr lvl="6">
              <a:spcBef>
                <a:spcPts val="0"/>
              </a:spcBef>
              <a:spcAft>
                <a:spcPts val="0"/>
              </a:spcAft>
              <a:buNone/>
              <a:defRPr sz="2200">
                <a:solidFill>
                  <a:schemeClr val="dk1"/>
                </a:solidFill>
              </a:defRPr>
            </a:lvl7pPr>
            <a:lvl8pPr lvl="7">
              <a:spcBef>
                <a:spcPts val="0"/>
              </a:spcBef>
              <a:spcAft>
                <a:spcPts val="0"/>
              </a:spcAft>
              <a:buNone/>
              <a:defRPr sz="2200">
                <a:solidFill>
                  <a:schemeClr val="dk1"/>
                </a:solidFill>
              </a:defRPr>
            </a:lvl8pPr>
            <a:lvl9pPr lvl="8">
              <a:spcBef>
                <a:spcPts val="0"/>
              </a:spcBef>
              <a:spcAft>
                <a:spcPts val="0"/>
              </a:spcAft>
              <a:buNone/>
              <a:defRPr sz="2200">
                <a:solidFill>
                  <a:schemeClr val="dk1"/>
                </a:solidFill>
              </a:defRPr>
            </a:lvl9pPr>
          </a:lstStyle>
          <a:p/>
        </p:txBody>
      </p:sp>
      <p:sp>
        <p:nvSpPr>
          <p:cNvPr id="163" name="Google Shape;163;p16"/>
          <p:cNvSpPr txBox="1"/>
          <p:nvPr>
            <p:ph idx="9" type="body"/>
          </p:nvPr>
        </p:nvSpPr>
        <p:spPr>
          <a:xfrm>
            <a:off x="4800825" y="22687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64" name="Google Shape;164;p16"/>
          <p:cNvSpPr txBox="1"/>
          <p:nvPr>
            <p:ph idx="13" type="body"/>
          </p:nvPr>
        </p:nvSpPr>
        <p:spPr>
          <a:xfrm>
            <a:off x="7115650" y="22687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65" name="Google Shape;165;p16"/>
          <p:cNvSpPr txBox="1"/>
          <p:nvPr>
            <p:ph idx="14" type="body"/>
          </p:nvPr>
        </p:nvSpPr>
        <p:spPr>
          <a:xfrm>
            <a:off x="4800825" y="8601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modules">
  <p:cSld name="CUSTOM_1">
    <p:bg>
      <p:bgPr>
        <a:solidFill>
          <a:schemeClr val="lt1"/>
        </a:solidFill>
      </p:bgPr>
    </p:bg>
    <p:spTree>
      <p:nvGrpSpPr>
        <p:cNvPr id="166" name="Shape 166"/>
        <p:cNvGrpSpPr/>
        <p:nvPr/>
      </p:nvGrpSpPr>
      <p:grpSpPr>
        <a:xfrm>
          <a:off x="0" y="0"/>
          <a:ext cx="0" cy="0"/>
          <a:chOff x="0" y="0"/>
          <a:chExt cx="0" cy="0"/>
        </a:xfrm>
      </p:grpSpPr>
      <p:sp>
        <p:nvSpPr>
          <p:cNvPr id="167" name="Google Shape;167;p17"/>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68" name="Google Shape;168;p17"/>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169" name="Google Shape;169;p17"/>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0" name="Google Shape;170;p17"/>
          <p:cNvSpPr txBox="1"/>
          <p:nvPr>
            <p:ph idx="3" type="body"/>
          </p:nvPr>
        </p:nvSpPr>
        <p:spPr>
          <a:xfrm>
            <a:off x="4800825" y="3665600"/>
            <a:ext cx="3975900" cy="1114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71" name="Google Shape;171;p17"/>
          <p:cNvSpPr txBox="1"/>
          <p:nvPr>
            <p:ph idx="4" type="subTitle"/>
          </p:nvPr>
        </p:nvSpPr>
        <p:spPr>
          <a:xfrm>
            <a:off x="4800825" y="3285232"/>
            <a:ext cx="39759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172" name="Google Shape;172;p17"/>
          <p:cNvSpPr txBox="1"/>
          <p:nvPr>
            <p:ph idx="5" type="body"/>
          </p:nvPr>
        </p:nvSpPr>
        <p:spPr>
          <a:xfrm>
            <a:off x="2611802" y="3665600"/>
            <a:ext cx="1627500" cy="11142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Font typeface="DM Sans"/>
              <a:buChar char="●"/>
              <a:defRPr sz="1000"/>
            </a:lvl1pPr>
            <a:lvl2pPr indent="-292100" lvl="1" marL="914400">
              <a:lnSpc>
                <a:spcPct val="100000"/>
              </a:lnSpc>
              <a:spcBef>
                <a:spcPts val="800"/>
              </a:spcBef>
              <a:spcAft>
                <a:spcPts val="0"/>
              </a:spcAft>
              <a:buSzPts val="1000"/>
              <a:buFont typeface="DM Sans"/>
              <a:buChar char="○"/>
              <a:defRPr sz="1000"/>
            </a:lvl2pPr>
            <a:lvl3pPr indent="-292100" lvl="2" marL="1371600">
              <a:lnSpc>
                <a:spcPct val="100000"/>
              </a:lnSpc>
              <a:spcBef>
                <a:spcPts val="800"/>
              </a:spcBef>
              <a:spcAft>
                <a:spcPts val="0"/>
              </a:spcAft>
              <a:buSzPts val="1000"/>
              <a:buFont typeface="DM Sans"/>
              <a:buChar char="■"/>
              <a:defRPr sz="1000"/>
            </a:lvl3pPr>
            <a:lvl4pPr indent="-292100" lvl="3" marL="1828800">
              <a:lnSpc>
                <a:spcPct val="100000"/>
              </a:lnSpc>
              <a:spcBef>
                <a:spcPts val="800"/>
              </a:spcBef>
              <a:spcAft>
                <a:spcPts val="0"/>
              </a:spcAft>
              <a:buSzPts val="1000"/>
              <a:buFont typeface="DM Sans"/>
              <a:buChar char="●"/>
              <a:defRPr sz="1000"/>
            </a:lvl4pPr>
            <a:lvl5pPr indent="-292100" lvl="4" marL="2286000">
              <a:lnSpc>
                <a:spcPct val="100000"/>
              </a:lnSpc>
              <a:spcBef>
                <a:spcPts val="800"/>
              </a:spcBef>
              <a:spcAft>
                <a:spcPts val="0"/>
              </a:spcAft>
              <a:buSzPts val="1000"/>
              <a:buFont typeface="DM Sans"/>
              <a:buChar char="○"/>
              <a:defRPr sz="1000"/>
            </a:lvl5pPr>
            <a:lvl6pPr indent="-292100" lvl="5" marL="2743200">
              <a:lnSpc>
                <a:spcPct val="100000"/>
              </a:lnSpc>
              <a:spcBef>
                <a:spcPts val="800"/>
              </a:spcBef>
              <a:spcAft>
                <a:spcPts val="0"/>
              </a:spcAft>
              <a:buSzPts val="1000"/>
              <a:buFont typeface="DM Sans"/>
              <a:buChar char="■"/>
              <a:defRPr sz="1000"/>
            </a:lvl6pPr>
            <a:lvl7pPr indent="-292100" lvl="6" marL="3200400">
              <a:lnSpc>
                <a:spcPct val="100000"/>
              </a:lnSpc>
              <a:spcBef>
                <a:spcPts val="800"/>
              </a:spcBef>
              <a:spcAft>
                <a:spcPts val="0"/>
              </a:spcAft>
              <a:buSzPts val="1000"/>
              <a:buFont typeface="DM Sans"/>
              <a:buChar char="●"/>
              <a:defRPr sz="1000"/>
            </a:lvl7pPr>
            <a:lvl8pPr indent="-292100" lvl="7" marL="3657600">
              <a:lnSpc>
                <a:spcPct val="100000"/>
              </a:lnSpc>
              <a:spcBef>
                <a:spcPts val="800"/>
              </a:spcBef>
              <a:spcAft>
                <a:spcPts val="0"/>
              </a:spcAft>
              <a:buSzPts val="1000"/>
              <a:buFont typeface="DM Sans"/>
              <a:buChar char="○"/>
              <a:defRPr sz="1000"/>
            </a:lvl8pPr>
            <a:lvl9pPr indent="-292100" lvl="8" marL="4114800">
              <a:lnSpc>
                <a:spcPct val="100000"/>
              </a:lnSpc>
              <a:spcBef>
                <a:spcPts val="800"/>
              </a:spcBef>
              <a:spcAft>
                <a:spcPts val="800"/>
              </a:spcAft>
              <a:buSzPts val="1000"/>
              <a:buFont typeface="DM Sans"/>
              <a:buChar char="■"/>
              <a:defRPr sz="1000"/>
            </a:lvl9pPr>
          </a:lstStyle>
          <a:p/>
        </p:txBody>
      </p:sp>
      <p:sp>
        <p:nvSpPr>
          <p:cNvPr id="173" name="Google Shape;173;p17"/>
          <p:cNvSpPr txBox="1"/>
          <p:nvPr>
            <p:ph idx="6" type="subTitle"/>
          </p:nvPr>
        </p:nvSpPr>
        <p:spPr>
          <a:xfrm>
            <a:off x="2611802" y="3285232"/>
            <a:ext cx="1627500" cy="187800"/>
          </a:xfrm>
          <a:prstGeom prst="rect">
            <a:avLst/>
          </a:prstGeom>
        </p:spPr>
        <p:txBody>
          <a:bodyPr anchorCtr="0" anchor="t" bIns="0" lIns="0" spcFirstLastPara="1" rIns="0" wrap="square" tIns="0">
            <a:sp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174" name="Google Shape;174;p17"/>
          <p:cNvSpPr txBox="1"/>
          <p:nvPr>
            <p:ph idx="7" type="body"/>
          </p:nvPr>
        </p:nvSpPr>
        <p:spPr>
          <a:xfrm>
            <a:off x="361977" y="3665600"/>
            <a:ext cx="1627500" cy="1114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75" name="Google Shape;175;p17"/>
          <p:cNvSpPr txBox="1"/>
          <p:nvPr>
            <p:ph idx="8" type="subTitle"/>
          </p:nvPr>
        </p:nvSpPr>
        <p:spPr>
          <a:xfrm>
            <a:off x="361977" y="3285232"/>
            <a:ext cx="16275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176" name="Google Shape;176;p17"/>
          <p:cNvSpPr txBox="1"/>
          <p:nvPr>
            <p:ph idx="9" type="body"/>
          </p:nvPr>
        </p:nvSpPr>
        <p:spPr>
          <a:xfrm>
            <a:off x="4900725" y="1196103"/>
            <a:ext cx="1627500" cy="1385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77" name="Google Shape;177;p17"/>
          <p:cNvSpPr txBox="1"/>
          <p:nvPr>
            <p:ph idx="13" type="subTitle"/>
          </p:nvPr>
        </p:nvSpPr>
        <p:spPr>
          <a:xfrm>
            <a:off x="4900725" y="706863"/>
            <a:ext cx="16275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178" name="Google Shape;178;p17"/>
          <p:cNvSpPr txBox="1"/>
          <p:nvPr>
            <p:ph idx="14" type="body"/>
          </p:nvPr>
        </p:nvSpPr>
        <p:spPr>
          <a:xfrm>
            <a:off x="7149175" y="1196103"/>
            <a:ext cx="1627500" cy="1385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79" name="Google Shape;179;p17"/>
          <p:cNvSpPr txBox="1"/>
          <p:nvPr>
            <p:ph idx="15" type="subTitle"/>
          </p:nvPr>
        </p:nvSpPr>
        <p:spPr>
          <a:xfrm>
            <a:off x="7149175" y="706863"/>
            <a:ext cx="1627500" cy="187800"/>
          </a:xfrm>
          <a:prstGeom prst="rect">
            <a:avLst/>
          </a:prstGeom>
        </p:spPr>
        <p:txBody>
          <a:bodyPr anchorCtr="0" anchor="t" bIns="0" lIns="0" spcFirstLastPara="1" rIns="0" wrap="square" tIns="0">
            <a:sp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180" name="Google Shape;180;p1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modules">
  <p:cSld name="CUSTOM_1_1">
    <p:bg>
      <p:bgPr>
        <a:solidFill>
          <a:schemeClr val="lt1"/>
        </a:solidFill>
      </p:bgPr>
    </p:bg>
    <p:spTree>
      <p:nvGrpSpPr>
        <p:cNvPr id="181" name="Shape 181"/>
        <p:cNvGrpSpPr/>
        <p:nvPr/>
      </p:nvGrpSpPr>
      <p:grpSpPr>
        <a:xfrm>
          <a:off x="0" y="0"/>
          <a:ext cx="0" cy="0"/>
          <a:chOff x="0" y="0"/>
          <a:chExt cx="0" cy="0"/>
        </a:xfrm>
      </p:grpSpPr>
      <p:sp>
        <p:nvSpPr>
          <p:cNvPr id="182" name="Google Shape;182;p18"/>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3" name="Google Shape;183;p18"/>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4" name="Google Shape;184;p1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85" name="Google Shape;185;p18"/>
          <p:cNvSpPr txBox="1"/>
          <p:nvPr>
            <p:ph type="title"/>
          </p:nvPr>
        </p:nvSpPr>
        <p:spPr>
          <a:xfrm>
            <a:off x="5796575" y="2351325"/>
            <a:ext cx="9895200" cy="710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6200">
                <a:solidFill>
                  <a:schemeClr val="dk1"/>
                </a:solidFill>
              </a:defRPr>
            </a:lvl1pPr>
            <a:lvl2pPr lvl="1">
              <a:lnSpc>
                <a:spcPct val="90000"/>
              </a:lnSpc>
              <a:spcBef>
                <a:spcPts val="0"/>
              </a:spcBef>
              <a:spcAft>
                <a:spcPts val="0"/>
              </a:spcAft>
              <a:buNone/>
              <a:defRPr sz="6200">
                <a:solidFill>
                  <a:schemeClr val="dk1"/>
                </a:solidFill>
              </a:defRPr>
            </a:lvl2pPr>
            <a:lvl3pPr lvl="2">
              <a:lnSpc>
                <a:spcPct val="90000"/>
              </a:lnSpc>
              <a:spcBef>
                <a:spcPts val="0"/>
              </a:spcBef>
              <a:spcAft>
                <a:spcPts val="0"/>
              </a:spcAft>
              <a:buNone/>
              <a:defRPr sz="6200">
                <a:solidFill>
                  <a:schemeClr val="dk1"/>
                </a:solidFill>
              </a:defRPr>
            </a:lvl3pPr>
            <a:lvl4pPr lvl="3">
              <a:lnSpc>
                <a:spcPct val="90000"/>
              </a:lnSpc>
              <a:spcBef>
                <a:spcPts val="0"/>
              </a:spcBef>
              <a:spcAft>
                <a:spcPts val="0"/>
              </a:spcAft>
              <a:buNone/>
              <a:defRPr sz="6200">
                <a:solidFill>
                  <a:schemeClr val="dk1"/>
                </a:solidFill>
              </a:defRPr>
            </a:lvl4pPr>
            <a:lvl5pPr lvl="4">
              <a:lnSpc>
                <a:spcPct val="90000"/>
              </a:lnSpc>
              <a:spcBef>
                <a:spcPts val="0"/>
              </a:spcBef>
              <a:spcAft>
                <a:spcPts val="0"/>
              </a:spcAft>
              <a:buNone/>
              <a:defRPr sz="6200">
                <a:solidFill>
                  <a:schemeClr val="dk1"/>
                </a:solidFill>
              </a:defRPr>
            </a:lvl5pPr>
            <a:lvl6pPr lvl="5">
              <a:lnSpc>
                <a:spcPct val="90000"/>
              </a:lnSpc>
              <a:spcBef>
                <a:spcPts val="0"/>
              </a:spcBef>
              <a:spcAft>
                <a:spcPts val="0"/>
              </a:spcAft>
              <a:buNone/>
              <a:defRPr sz="6200">
                <a:solidFill>
                  <a:schemeClr val="dk1"/>
                </a:solidFill>
              </a:defRPr>
            </a:lvl6pPr>
            <a:lvl7pPr lvl="6">
              <a:lnSpc>
                <a:spcPct val="90000"/>
              </a:lnSpc>
              <a:spcBef>
                <a:spcPts val="0"/>
              </a:spcBef>
              <a:spcAft>
                <a:spcPts val="0"/>
              </a:spcAft>
              <a:buNone/>
              <a:defRPr sz="6200">
                <a:solidFill>
                  <a:schemeClr val="dk1"/>
                </a:solidFill>
              </a:defRPr>
            </a:lvl7pPr>
            <a:lvl8pPr lvl="7">
              <a:lnSpc>
                <a:spcPct val="90000"/>
              </a:lnSpc>
              <a:spcBef>
                <a:spcPts val="0"/>
              </a:spcBef>
              <a:spcAft>
                <a:spcPts val="0"/>
              </a:spcAft>
              <a:buNone/>
              <a:defRPr sz="6200">
                <a:solidFill>
                  <a:schemeClr val="dk1"/>
                </a:solidFill>
              </a:defRPr>
            </a:lvl8pPr>
            <a:lvl9pPr lvl="8">
              <a:lnSpc>
                <a:spcPct val="90000"/>
              </a:lnSpc>
              <a:spcBef>
                <a:spcPts val="0"/>
              </a:spcBef>
              <a:spcAft>
                <a:spcPts val="0"/>
              </a:spcAft>
              <a:buNone/>
              <a:defRPr sz="6200">
                <a:solidFill>
                  <a:schemeClr val="dk1"/>
                </a:solidFill>
              </a:defRPr>
            </a:lvl9pPr>
          </a:lstStyle>
          <a:p/>
        </p:txBody>
      </p:sp>
      <p:sp>
        <p:nvSpPr>
          <p:cNvPr id="186" name="Google Shape;186;p18"/>
          <p:cNvSpPr txBox="1"/>
          <p:nvPr>
            <p:ph idx="3" type="title"/>
          </p:nvPr>
        </p:nvSpPr>
        <p:spPr>
          <a:xfrm>
            <a:off x="5796575" y="507450"/>
            <a:ext cx="9895200" cy="710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6200"/>
            </a:lvl1pPr>
            <a:lvl2pPr lvl="1">
              <a:lnSpc>
                <a:spcPct val="90000"/>
              </a:lnSpc>
              <a:spcBef>
                <a:spcPts val="0"/>
              </a:spcBef>
              <a:spcAft>
                <a:spcPts val="0"/>
              </a:spcAft>
              <a:buNone/>
              <a:defRPr sz="6200"/>
            </a:lvl2pPr>
            <a:lvl3pPr lvl="2">
              <a:lnSpc>
                <a:spcPct val="90000"/>
              </a:lnSpc>
              <a:spcBef>
                <a:spcPts val="0"/>
              </a:spcBef>
              <a:spcAft>
                <a:spcPts val="0"/>
              </a:spcAft>
              <a:buNone/>
              <a:defRPr sz="6200"/>
            </a:lvl3pPr>
            <a:lvl4pPr lvl="3">
              <a:lnSpc>
                <a:spcPct val="90000"/>
              </a:lnSpc>
              <a:spcBef>
                <a:spcPts val="0"/>
              </a:spcBef>
              <a:spcAft>
                <a:spcPts val="0"/>
              </a:spcAft>
              <a:buNone/>
              <a:defRPr sz="6200"/>
            </a:lvl4pPr>
            <a:lvl5pPr lvl="4">
              <a:lnSpc>
                <a:spcPct val="90000"/>
              </a:lnSpc>
              <a:spcBef>
                <a:spcPts val="0"/>
              </a:spcBef>
              <a:spcAft>
                <a:spcPts val="0"/>
              </a:spcAft>
              <a:buNone/>
              <a:defRPr sz="6200"/>
            </a:lvl5pPr>
            <a:lvl6pPr lvl="5">
              <a:lnSpc>
                <a:spcPct val="90000"/>
              </a:lnSpc>
              <a:spcBef>
                <a:spcPts val="0"/>
              </a:spcBef>
              <a:spcAft>
                <a:spcPts val="0"/>
              </a:spcAft>
              <a:buNone/>
              <a:defRPr sz="6200"/>
            </a:lvl6pPr>
            <a:lvl7pPr lvl="6">
              <a:lnSpc>
                <a:spcPct val="90000"/>
              </a:lnSpc>
              <a:spcBef>
                <a:spcPts val="0"/>
              </a:spcBef>
              <a:spcAft>
                <a:spcPts val="0"/>
              </a:spcAft>
              <a:buNone/>
              <a:defRPr sz="6200"/>
            </a:lvl7pPr>
            <a:lvl8pPr lvl="7">
              <a:lnSpc>
                <a:spcPct val="90000"/>
              </a:lnSpc>
              <a:spcBef>
                <a:spcPts val="0"/>
              </a:spcBef>
              <a:spcAft>
                <a:spcPts val="0"/>
              </a:spcAft>
              <a:buNone/>
              <a:defRPr sz="6200"/>
            </a:lvl8pPr>
            <a:lvl9pPr lvl="8">
              <a:lnSpc>
                <a:spcPct val="90000"/>
              </a:lnSpc>
              <a:spcBef>
                <a:spcPts val="0"/>
              </a:spcBef>
              <a:spcAft>
                <a:spcPts val="0"/>
              </a:spcAft>
              <a:buNone/>
              <a:defRPr sz="6200"/>
            </a:lvl9pPr>
          </a:lstStyle>
          <a:p/>
        </p:txBody>
      </p:sp>
      <p:sp>
        <p:nvSpPr>
          <p:cNvPr id="187" name="Google Shape;187;p18"/>
          <p:cNvSpPr txBox="1"/>
          <p:nvPr>
            <p:ph idx="4" type="subTitle"/>
          </p:nvPr>
        </p:nvSpPr>
        <p:spPr>
          <a:xfrm>
            <a:off x="5712600" y="4290612"/>
            <a:ext cx="2613300" cy="543900"/>
          </a:xfrm>
          <a:prstGeom prst="rect">
            <a:avLst/>
          </a:prstGeom>
        </p:spPr>
        <p:txBody>
          <a:bodyPr anchorCtr="0" anchor="b" bIns="0" lIns="0" spcFirstLastPara="1" rIns="0" wrap="square" tIns="0">
            <a:no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188" name="Google Shape;188;p18"/>
          <p:cNvSpPr txBox="1"/>
          <p:nvPr>
            <p:ph idx="5" type="subTitle"/>
          </p:nvPr>
        </p:nvSpPr>
        <p:spPr>
          <a:xfrm>
            <a:off x="5712600" y="3243901"/>
            <a:ext cx="2613300" cy="4323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189" name="Google Shape;189;p18"/>
          <p:cNvSpPr txBox="1"/>
          <p:nvPr>
            <p:ph idx="6" type="subTitle"/>
          </p:nvPr>
        </p:nvSpPr>
        <p:spPr>
          <a:xfrm>
            <a:off x="5712600" y="1318375"/>
            <a:ext cx="2613300" cy="483000"/>
          </a:xfrm>
          <a:prstGeom prst="rect">
            <a:avLst/>
          </a:prstGeom>
        </p:spPr>
        <p:txBody>
          <a:bodyPr anchorCtr="0" anchor="b" bIns="0" lIns="0" spcFirstLastPara="1" rIns="0" wrap="square" tIns="0">
            <a:no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modules">
  <p:cSld name="CUSTOM_1_1_1">
    <p:spTree>
      <p:nvGrpSpPr>
        <p:cNvPr id="190" name="Shape 190"/>
        <p:cNvGrpSpPr/>
        <p:nvPr/>
      </p:nvGrpSpPr>
      <p:grpSpPr>
        <a:xfrm>
          <a:off x="0" y="0"/>
          <a:ext cx="0" cy="0"/>
          <a:chOff x="0" y="0"/>
          <a:chExt cx="0" cy="0"/>
        </a:xfrm>
      </p:grpSpPr>
      <p:sp>
        <p:nvSpPr>
          <p:cNvPr id="191" name="Google Shape;191;p19"/>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2" name="Google Shape;192;p19"/>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3" name="Google Shape;193;p1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94" name="Google Shape;194;p19"/>
          <p:cNvSpPr txBox="1"/>
          <p:nvPr>
            <p:ph type="title"/>
          </p:nvPr>
        </p:nvSpPr>
        <p:spPr>
          <a:xfrm>
            <a:off x="361975" y="988557"/>
            <a:ext cx="50184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1">
  <p:cSld name="CUSTOM_2">
    <p:spTree>
      <p:nvGrpSpPr>
        <p:cNvPr id="195" name="Shape 195"/>
        <p:cNvGrpSpPr/>
        <p:nvPr/>
      </p:nvGrpSpPr>
      <p:grpSpPr>
        <a:xfrm>
          <a:off x="0" y="0"/>
          <a:ext cx="0" cy="0"/>
          <a:chOff x="0" y="0"/>
          <a:chExt cx="0" cy="0"/>
        </a:xfrm>
      </p:grpSpPr>
      <p:sp>
        <p:nvSpPr>
          <p:cNvPr id="196" name="Google Shape;196;p20"/>
          <p:cNvSpPr/>
          <p:nvPr>
            <p:ph idx="2" type="pic"/>
          </p:nvPr>
        </p:nvSpPr>
        <p:spPr>
          <a:xfrm>
            <a:off x="6289075" y="1793300"/>
            <a:ext cx="2853300" cy="3350400"/>
          </a:xfrm>
          <a:prstGeom prst="rect">
            <a:avLst/>
          </a:prstGeom>
          <a:noFill/>
          <a:ln>
            <a:noFill/>
          </a:ln>
        </p:spPr>
      </p:sp>
      <p:sp>
        <p:nvSpPr>
          <p:cNvPr id="197" name="Google Shape;197;p20"/>
          <p:cNvSpPr/>
          <p:nvPr/>
        </p:nvSpPr>
        <p:spPr>
          <a:xfrm>
            <a:off x="6289085" y="0"/>
            <a:ext cx="2853300" cy="1793100"/>
          </a:xfrm>
          <a:prstGeom prst="roundRect">
            <a:avLst>
              <a:gd fmla="val 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DM Sans"/>
              <a:ea typeface="DM Sans"/>
              <a:cs typeface="DM Sans"/>
              <a:sym typeface="DM Sans"/>
            </a:endParaRPr>
          </a:p>
        </p:txBody>
      </p:sp>
      <p:sp>
        <p:nvSpPr>
          <p:cNvPr id="198" name="Google Shape;198;p20"/>
          <p:cNvSpPr txBox="1"/>
          <p:nvPr>
            <p:ph type="title"/>
          </p:nvPr>
        </p:nvSpPr>
        <p:spPr>
          <a:xfrm>
            <a:off x="361975" y="988550"/>
            <a:ext cx="5356800" cy="2255400"/>
          </a:xfrm>
          <a:prstGeom prst="rect">
            <a:avLst/>
          </a:prstGeom>
        </p:spPr>
        <p:txBody>
          <a:bodyPr anchorCtr="0" anchor="t" bIns="0" lIns="0" spcFirstLastPara="1" rIns="0" wrap="square" tIns="0">
            <a:noAutofit/>
          </a:bodyPr>
          <a:lstStyle>
            <a:lvl1pPr lvl="0">
              <a:spcBef>
                <a:spcPts val="0"/>
              </a:spcBef>
              <a:spcAft>
                <a:spcPts val="0"/>
              </a:spcAft>
              <a:buNone/>
              <a:defRPr sz="2200"/>
            </a:lvl1pPr>
            <a:lvl2pPr lvl="1">
              <a:spcBef>
                <a:spcPts val="0"/>
              </a:spcBef>
              <a:spcAft>
                <a:spcPts val="0"/>
              </a:spcAft>
              <a:buNone/>
              <a:defRPr sz="2200"/>
            </a:lvl2pPr>
            <a:lvl3pPr lvl="2">
              <a:spcBef>
                <a:spcPts val="0"/>
              </a:spcBef>
              <a:spcAft>
                <a:spcPts val="0"/>
              </a:spcAft>
              <a:buNone/>
              <a:defRPr sz="2200"/>
            </a:lvl3pPr>
            <a:lvl4pPr lvl="3">
              <a:spcBef>
                <a:spcPts val="0"/>
              </a:spcBef>
              <a:spcAft>
                <a:spcPts val="0"/>
              </a:spcAft>
              <a:buNone/>
              <a:defRPr sz="2200"/>
            </a:lvl4pPr>
            <a:lvl5pPr lvl="4">
              <a:spcBef>
                <a:spcPts val="0"/>
              </a:spcBef>
              <a:spcAft>
                <a:spcPts val="0"/>
              </a:spcAft>
              <a:buNone/>
              <a:defRPr sz="2200"/>
            </a:lvl5pPr>
            <a:lvl6pPr lvl="5">
              <a:spcBef>
                <a:spcPts val="0"/>
              </a:spcBef>
              <a:spcAft>
                <a:spcPts val="0"/>
              </a:spcAft>
              <a:buNone/>
              <a:defRPr sz="2200"/>
            </a:lvl6pPr>
            <a:lvl7pPr lvl="6">
              <a:spcBef>
                <a:spcPts val="0"/>
              </a:spcBef>
              <a:spcAft>
                <a:spcPts val="0"/>
              </a:spcAft>
              <a:buNone/>
              <a:defRPr sz="2200"/>
            </a:lvl7pPr>
            <a:lvl8pPr lvl="7">
              <a:spcBef>
                <a:spcPts val="0"/>
              </a:spcBef>
              <a:spcAft>
                <a:spcPts val="0"/>
              </a:spcAft>
              <a:buNone/>
              <a:defRPr sz="2200"/>
            </a:lvl8pPr>
            <a:lvl9pPr lvl="8">
              <a:spcBef>
                <a:spcPts val="0"/>
              </a:spcBef>
              <a:spcAft>
                <a:spcPts val="0"/>
              </a:spcAft>
              <a:buNone/>
              <a:defRPr sz="2200"/>
            </a:lvl9pPr>
          </a:lstStyle>
          <a:p/>
        </p:txBody>
      </p:sp>
      <p:sp>
        <p:nvSpPr>
          <p:cNvPr id="199" name="Google Shape;199;p20"/>
          <p:cNvSpPr txBox="1"/>
          <p:nvPr>
            <p:ph idx="1" type="body"/>
          </p:nvPr>
        </p:nvSpPr>
        <p:spPr>
          <a:xfrm>
            <a:off x="361975" y="3541582"/>
            <a:ext cx="3777000" cy="10443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00" name="Google Shape;200;p2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01" name="Google Shape;201;p20"/>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2">
  <p:cSld name="CUSTOM_2_1">
    <p:spTree>
      <p:nvGrpSpPr>
        <p:cNvPr id="202" name="Shape 202"/>
        <p:cNvGrpSpPr/>
        <p:nvPr/>
      </p:nvGrpSpPr>
      <p:grpSpPr>
        <a:xfrm>
          <a:off x="0" y="0"/>
          <a:ext cx="0" cy="0"/>
          <a:chOff x="0" y="0"/>
          <a:chExt cx="0" cy="0"/>
        </a:xfrm>
      </p:grpSpPr>
      <p:sp>
        <p:nvSpPr>
          <p:cNvPr id="203" name="Google Shape;203;p2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04" name="Google Shape;204;p21"/>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5" name="Google Shape;205;p21"/>
          <p:cNvSpPr txBox="1"/>
          <p:nvPr>
            <p:ph idx="2" type="body"/>
          </p:nvPr>
        </p:nvSpPr>
        <p:spPr>
          <a:xfrm>
            <a:off x="1957800" y="4195275"/>
            <a:ext cx="5228400" cy="390600"/>
          </a:xfrm>
          <a:prstGeom prst="rect">
            <a:avLst/>
          </a:prstGeom>
        </p:spPr>
        <p:txBody>
          <a:bodyPr anchorCtr="0" anchor="b" bIns="0" lIns="0" spcFirstLastPara="1" rIns="0" wrap="square" tIns="0">
            <a:noAutofit/>
          </a:bodyPr>
          <a:lstStyle>
            <a:lvl1pPr indent="-292100" lvl="0" marL="457200" algn="ctr">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ctr">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06" name="Google Shape;206;p21"/>
          <p:cNvSpPr txBox="1"/>
          <p:nvPr>
            <p:ph idx="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07" name="Google Shape;207;p21"/>
          <p:cNvSpPr txBox="1"/>
          <p:nvPr>
            <p:ph type="title"/>
          </p:nvPr>
        </p:nvSpPr>
        <p:spPr>
          <a:xfrm>
            <a:off x="719400" y="988550"/>
            <a:ext cx="7705200" cy="587700"/>
          </a:xfrm>
          <a:prstGeom prst="rect">
            <a:avLst/>
          </a:prstGeom>
        </p:spPr>
        <p:txBody>
          <a:bodyPr anchorCtr="0" anchor="t" bIns="0" lIns="0" spcFirstLastPara="1" rIns="0" wrap="square" tIns="0">
            <a:spAutoFit/>
          </a:bodyPr>
          <a:lstStyle>
            <a:lvl1pPr lvl="0" algn="ctr">
              <a:lnSpc>
                <a:spcPct val="90000"/>
              </a:lnSpc>
              <a:spcBef>
                <a:spcPts val="0"/>
              </a:spcBef>
              <a:spcAft>
                <a:spcPts val="0"/>
              </a:spcAft>
              <a:buNone/>
              <a:defRPr sz="2200"/>
            </a:lvl1pPr>
            <a:lvl2pPr lvl="1" algn="ctr">
              <a:lnSpc>
                <a:spcPct val="90000"/>
              </a:lnSpc>
              <a:spcBef>
                <a:spcPts val="0"/>
              </a:spcBef>
              <a:spcAft>
                <a:spcPts val="0"/>
              </a:spcAft>
              <a:buNone/>
              <a:defRPr sz="2200"/>
            </a:lvl2pPr>
            <a:lvl3pPr lvl="2" algn="ctr">
              <a:lnSpc>
                <a:spcPct val="90000"/>
              </a:lnSpc>
              <a:spcBef>
                <a:spcPts val="0"/>
              </a:spcBef>
              <a:spcAft>
                <a:spcPts val="0"/>
              </a:spcAft>
              <a:buNone/>
              <a:defRPr sz="2200"/>
            </a:lvl3pPr>
            <a:lvl4pPr lvl="3" algn="ctr">
              <a:lnSpc>
                <a:spcPct val="90000"/>
              </a:lnSpc>
              <a:spcBef>
                <a:spcPts val="0"/>
              </a:spcBef>
              <a:spcAft>
                <a:spcPts val="0"/>
              </a:spcAft>
              <a:buNone/>
              <a:defRPr sz="2200"/>
            </a:lvl4pPr>
            <a:lvl5pPr lvl="4" algn="ctr">
              <a:lnSpc>
                <a:spcPct val="90000"/>
              </a:lnSpc>
              <a:spcBef>
                <a:spcPts val="0"/>
              </a:spcBef>
              <a:spcAft>
                <a:spcPts val="0"/>
              </a:spcAft>
              <a:buNone/>
              <a:defRPr sz="2200"/>
            </a:lvl5pPr>
            <a:lvl6pPr lvl="5" algn="ctr">
              <a:lnSpc>
                <a:spcPct val="90000"/>
              </a:lnSpc>
              <a:spcBef>
                <a:spcPts val="0"/>
              </a:spcBef>
              <a:spcAft>
                <a:spcPts val="0"/>
              </a:spcAft>
              <a:buNone/>
              <a:defRPr sz="2200"/>
            </a:lvl6pPr>
            <a:lvl7pPr lvl="6" algn="ctr">
              <a:lnSpc>
                <a:spcPct val="90000"/>
              </a:lnSpc>
              <a:spcBef>
                <a:spcPts val="0"/>
              </a:spcBef>
              <a:spcAft>
                <a:spcPts val="0"/>
              </a:spcAft>
              <a:buNone/>
              <a:defRPr sz="2200"/>
            </a:lvl7pPr>
            <a:lvl8pPr lvl="7" algn="ctr">
              <a:lnSpc>
                <a:spcPct val="90000"/>
              </a:lnSpc>
              <a:spcBef>
                <a:spcPts val="0"/>
              </a:spcBef>
              <a:spcAft>
                <a:spcPts val="0"/>
              </a:spcAft>
              <a:buNone/>
              <a:defRPr sz="2200"/>
            </a:lvl8pPr>
            <a:lvl9pPr lvl="8" algn="ctr">
              <a:lnSpc>
                <a:spcPct val="90000"/>
              </a:lnSpc>
              <a:spcBef>
                <a:spcPts val="0"/>
              </a:spcBef>
              <a:spcAft>
                <a:spcPts val="0"/>
              </a:spcAft>
              <a:buNone/>
              <a:defRPr sz="2200"/>
            </a:lvl9pPr>
          </a:lstStyle>
          <a:p/>
        </p:txBody>
      </p:sp>
      <p:sp>
        <p:nvSpPr>
          <p:cNvPr id="208" name="Google Shape;208;p21"/>
          <p:cNvSpPr/>
          <p:nvPr>
            <p:ph idx="4" type="pic"/>
          </p:nvPr>
        </p:nvSpPr>
        <p:spPr>
          <a:xfrm>
            <a:off x="3982589" y="2427948"/>
            <a:ext cx="1179600" cy="1417200"/>
          </a:xfrm>
          <a:prstGeom prst="rect">
            <a:avLst/>
          </a:prstGeom>
          <a:no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3">
  <p:cSld name="CUSTOM_2_1_2">
    <p:bg>
      <p:bgPr>
        <a:solidFill>
          <a:schemeClr val="accent1"/>
        </a:solidFill>
      </p:bgPr>
    </p:bg>
    <p:spTree>
      <p:nvGrpSpPr>
        <p:cNvPr id="209" name="Shape 209"/>
        <p:cNvGrpSpPr/>
        <p:nvPr/>
      </p:nvGrpSpPr>
      <p:grpSpPr>
        <a:xfrm>
          <a:off x="0" y="0"/>
          <a:ext cx="0" cy="0"/>
          <a:chOff x="0" y="0"/>
          <a:chExt cx="0" cy="0"/>
        </a:xfrm>
      </p:grpSpPr>
      <p:sp>
        <p:nvSpPr>
          <p:cNvPr id="210" name="Google Shape;210;p2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11" name="Google Shape;211;p22"/>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2" name="Google Shape;212;p22"/>
          <p:cNvSpPr txBox="1"/>
          <p:nvPr>
            <p:ph idx="2" type="subTitle"/>
          </p:nvPr>
        </p:nvSpPr>
        <p:spPr>
          <a:xfrm>
            <a:off x="3154650" y="1051772"/>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213" name="Google Shape;213;p22"/>
          <p:cNvSpPr txBox="1"/>
          <p:nvPr>
            <p:ph type="title"/>
          </p:nvPr>
        </p:nvSpPr>
        <p:spPr>
          <a:xfrm>
            <a:off x="3154650" y="1801500"/>
            <a:ext cx="5622000" cy="28320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800"/>
            </a:lvl1pPr>
            <a:lvl2pPr lvl="1">
              <a:lnSpc>
                <a:spcPct val="90000"/>
              </a:lnSpc>
              <a:spcBef>
                <a:spcPts val="0"/>
              </a:spcBef>
              <a:spcAft>
                <a:spcPts val="0"/>
              </a:spcAft>
              <a:buNone/>
              <a:defRPr sz="2800"/>
            </a:lvl2pPr>
            <a:lvl3pPr lvl="2">
              <a:lnSpc>
                <a:spcPct val="90000"/>
              </a:lnSpc>
              <a:spcBef>
                <a:spcPts val="0"/>
              </a:spcBef>
              <a:spcAft>
                <a:spcPts val="0"/>
              </a:spcAft>
              <a:buNone/>
              <a:defRPr sz="2800"/>
            </a:lvl3pPr>
            <a:lvl4pPr lvl="3">
              <a:lnSpc>
                <a:spcPct val="90000"/>
              </a:lnSpc>
              <a:spcBef>
                <a:spcPts val="0"/>
              </a:spcBef>
              <a:spcAft>
                <a:spcPts val="0"/>
              </a:spcAft>
              <a:buNone/>
              <a:defRPr sz="2800"/>
            </a:lvl4pPr>
            <a:lvl5pPr lvl="4">
              <a:lnSpc>
                <a:spcPct val="90000"/>
              </a:lnSpc>
              <a:spcBef>
                <a:spcPts val="0"/>
              </a:spcBef>
              <a:spcAft>
                <a:spcPts val="0"/>
              </a:spcAft>
              <a:buNone/>
              <a:defRPr sz="2800"/>
            </a:lvl5pPr>
            <a:lvl6pPr lvl="5">
              <a:lnSpc>
                <a:spcPct val="90000"/>
              </a:lnSpc>
              <a:spcBef>
                <a:spcPts val="0"/>
              </a:spcBef>
              <a:spcAft>
                <a:spcPts val="0"/>
              </a:spcAft>
              <a:buNone/>
              <a:defRPr sz="2800"/>
            </a:lvl6pPr>
            <a:lvl7pPr lvl="6">
              <a:lnSpc>
                <a:spcPct val="90000"/>
              </a:lnSpc>
              <a:spcBef>
                <a:spcPts val="0"/>
              </a:spcBef>
              <a:spcAft>
                <a:spcPts val="0"/>
              </a:spcAft>
              <a:buNone/>
              <a:defRPr sz="2800"/>
            </a:lvl7pPr>
            <a:lvl8pPr lvl="7">
              <a:lnSpc>
                <a:spcPct val="90000"/>
              </a:lnSpc>
              <a:spcBef>
                <a:spcPts val="0"/>
              </a:spcBef>
              <a:spcAft>
                <a:spcPts val="0"/>
              </a:spcAft>
              <a:buNone/>
              <a:defRPr sz="2800"/>
            </a:lvl8pPr>
            <a:lvl9pPr lvl="8">
              <a:lnSpc>
                <a:spcPct val="90000"/>
              </a:lnSpc>
              <a:spcBef>
                <a:spcPts val="0"/>
              </a:spcBef>
              <a:spcAft>
                <a:spcPts val="0"/>
              </a:spcAft>
              <a:buNone/>
              <a:defRPr sz="2800"/>
            </a:lvl9pPr>
          </a:lstStyle>
          <a:p/>
        </p:txBody>
      </p:sp>
      <p:sp>
        <p:nvSpPr>
          <p:cNvPr id="214" name="Google Shape;214;p22"/>
          <p:cNvSpPr/>
          <p:nvPr>
            <p:ph idx="3" type="pic"/>
          </p:nvPr>
        </p:nvSpPr>
        <p:spPr>
          <a:xfrm>
            <a:off x="361975" y="1066100"/>
            <a:ext cx="1967700" cy="1311600"/>
          </a:xfrm>
          <a:prstGeom prst="rect">
            <a:avLst/>
          </a:prstGeom>
          <a:no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header">
  <p:cSld name="CUSTOM_2_1_2_1_2">
    <p:bg>
      <p:bgPr>
        <a:solidFill>
          <a:schemeClr val="lt1"/>
        </a:solidFill>
      </p:bgPr>
    </p:bg>
    <p:spTree>
      <p:nvGrpSpPr>
        <p:cNvPr id="215" name="Shape 215"/>
        <p:cNvGrpSpPr/>
        <p:nvPr/>
      </p:nvGrpSpPr>
      <p:grpSpPr>
        <a:xfrm>
          <a:off x="0" y="0"/>
          <a:ext cx="0" cy="0"/>
          <a:chOff x="0" y="0"/>
          <a:chExt cx="0" cy="0"/>
        </a:xfrm>
      </p:grpSpPr>
      <p:sp>
        <p:nvSpPr>
          <p:cNvPr id="216" name="Google Shape;216;p23"/>
          <p:cNvSpPr/>
          <p:nvPr>
            <p:ph idx="2" type="pic"/>
          </p:nvPr>
        </p:nvSpPr>
        <p:spPr>
          <a:xfrm>
            <a:off x="361975" y="781775"/>
            <a:ext cx="2872800" cy="3783300"/>
          </a:xfrm>
          <a:prstGeom prst="rect">
            <a:avLst/>
          </a:prstGeom>
          <a:noFill/>
          <a:ln>
            <a:noFill/>
          </a:ln>
        </p:spPr>
      </p:sp>
      <p:sp>
        <p:nvSpPr>
          <p:cNvPr id="217" name="Google Shape;217;p2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18" name="Google Shape;218;p2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19" name="Google Shape;219;p23"/>
          <p:cNvSpPr txBox="1"/>
          <p:nvPr>
            <p:ph idx="3" type="subTitle"/>
          </p:nvPr>
        </p:nvSpPr>
        <p:spPr>
          <a:xfrm>
            <a:off x="3657600" y="1051772"/>
            <a:ext cx="4163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220" name="Google Shape;220;p23"/>
          <p:cNvSpPr txBox="1"/>
          <p:nvPr>
            <p:ph type="title"/>
          </p:nvPr>
        </p:nvSpPr>
        <p:spPr>
          <a:xfrm>
            <a:off x="3657600" y="1555450"/>
            <a:ext cx="5622000" cy="17505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800">
                <a:solidFill>
                  <a:schemeClr val="dk1"/>
                </a:solidFill>
              </a:defRPr>
            </a:lvl1pPr>
            <a:lvl2pPr lvl="1">
              <a:lnSpc>
                <a:spcPct val="90000"/>
              </a:lnSpc>
              <a:spcBef>
                <a:spcPts val="0"/>
              </a:spcBef>
              <a:spcAft>
                <a:spcPts val="0"/>
              </a:spcAft>
              <a:buNone/>
              <a:defRPr sz="2800">
                <a:solidFill>
                  <a:schemeClr val="dk1"/>
                </a:solidFill>
              </a:defRPr>
            </a:lvl2pPr>
            <a:lvl3pPr lvl="2">
              <a:lnSpc>
                <a:spcPct val="90000"/>
              </a:lnSpc>
              <a:spcBef>
                <a:spcPts val="0"/>
              </a:spcBef>
              <a:spcAft>
                <a:spcPts val="0"/>
              </a:spcAft>
              <a:buNone/>
              <a:defRPr sz="2800">
                <a:solidFill>
                  <a:schemeClr val="dk1"/>
                </a:solidFill>
              </a:defRPr>
            </a:lvl3pPr>
            <a:lvl4pPr lvl="3">
              <a:lnSpc>
                <a:spcPct val="90000"/>
              </a:lnSpc>
              <a:spcBef>
                <a:spcPts val="0"/>
              </a:spcBef>
              <a:spcAft>
                <a:spcPts val="0"/>
              </a:spcAft>
              <a:buNone/>
              <a:defRPr sz="2800">
                <a:solidFill>
                  <a:schemeClr val="dk1"/>
                </a:solidFill>
              </a:defRPr>
            </a:lvl4pPr>
            <a:lvl5pPr lvl="4">
              <a:lnSpc>
                <a:spcPct val="90000"/>
              </a:lnSpc>
              <a:spcBef>
                <a:spcPts val="0"/>
              </a:spcBef>
              <a:spcAft>
                <a:spcPts val="0"/>
              </a:spcAft>
              <a:buNone/>
              <a:defRPr sz="2800">
                <a:solidFill>
                  <a:schemeClr val="dk1"/>
                </a:solidFill>
              </a:defRPr>
            </a:lvl5pPr>
            <a:lvl6pPr lvl="5">
              <a:lnSpc>
                <a:spcPct val="90000"/>
              </a:lnSpc>
              <a:spcBef>
                <a:spcPts val="0"/>
              </a:spcBef>
              <a:spcAft>
                <a:spcPts val="0"/>
              </a:spcAft>
              <a:buNone/>
              <a:defRPr sz="2800">
                <a:solidFill>
                  <a:schemeClr val="dk1"/>
                </a:solidFill>
              </a:defRPr>
            </a:lvl6pPr>
            <a:lvl7pPr lvl="6">
              <a:lnSpc>
                <a:spcPct val="90000"/>
              </a:lnSpc>
              <a:spcBef>
                <a:spcPts val="0"/>
              </a:spcBef>
              <a:spcAft>
                <a:spcPts val="0"/>
              </a:spcAft>
              <a:buNone/>
              <a:defRPr sz="2800">
                <a:solidFill>
                  <a:schemeClr val="dk1"/>
                </a:solidFill>
              </a:defRPr>
            </a:lvl7pPr>
            <a:lvl8pPr lvl="7">
              <a:lnSpc>
                <a:spcPct val="90000"/>
              </a:lnSpc>
              <a:spcBef>
                <a:spcPts val="0"/>
              </a:spcBef>
              <a:spcAft>
                <a:spcPts val="0"/>
              </a:spcAft>
              <a:buNone/>
              <a:defRPr sz="2800">
                <a:solidFill>
                  <a:schemeClr val="dk1"/>
                </a:solidFill>
              </a:defRPr>
            </a:lvl8pPr>
            <a:lvl9pPr lvl="8">
              <a:lnSpc>
                <a:spcPct val="90000"/>
              </a:lnSpc>
              <a:spcBef>
                <a:spcPts val="0"/>
              </a:spcBef>
              <a:spcAft>
                <a:spcPts val="0"/>
              </a:spcAft>
              <a:buNone/>
              <a:defRPr sz="2800">
                <a:solidFill>
                  <a:schemeClr val="dk1"/>
                </a:solidFill>
              </a:defRPr>
            </a:lvl9pPr>
          </a:lstStyle>
          <a:p/>
        </p:txBody>
      </p:sp>
      <p:sp>
        <p:nvSpPr>
          <p:cNvPr id="221" name="Google Shape;221;p23"/>
          <p:cNvSpPr txBox="1"/>
          <p:nvPr>
            <p:ph idx="4" type="body"/>
          </p:nvPr>
        </p:nvSpPr>
        <p:spPr>
          <a:xfrm>
            <a:off x="3657600" y="3556575"/>
            <a:ext cx="3554400" cy="1029300"/>
          </a:xfrm>
          <a:prstGeom prst="rect">
            <a:avLst/>
          </a:prstGeom>
        </p:spPr>
        <p:txBody>
          <a:bodyPr anchorCtr="0" anchor="b" bIns="0" lIns="0" spcFirstLastPara="1" rIns="0" wrap="square" tIns="0">
            <a:sp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5">
  <p:cSld name="CUSTOM_2_1_2_1_1">
    <p:bg>
      <p:bgPr>
        <a:solidFill>
          <a:schemeClr val="accent2"/>
        </a:solidFill>
      </p:bgPr>
    </p:bg>
    <p:spTree>
      <p:nvGrpSpPr>
        <p:cNvPr id="222" name="Shape 222"/>
        <p:cNvGrpSpPr/>
        <p:nvPr/>
      </p:nvGrpSpPr>
      <p:grpSpPr>
        <a:xfrm>
          <a:off x="0" y="0"/>
          <a:ext cx="0" cy="0"/>
          <a:chOff x="0" y="0"/>
          <a:chExt cx="0" cy="0"/>
        </a:xfrm>
      </p:grpSpPr>
      <p:pic>
        <p:nvPicPr>
          <p:cNvPr descr="The reflective glass facade of a skyscraper. " id="223" name="Google Shape;223;p24"/>
          <p:cNvPicPr preferRelativeResize="0"/>
          <p:nvPr/>
        </p:nvPicPr>
        <p:blipFill rotWithShape="1">
          <a:blip r:embed="rId2">
            <a:alphaModFix amt="14000"/>
          </a:blip>
          <a:srcRect b="15604" l="0" r="0" t="0"/>
          <a:stretch/>
        </p:blipFill>
        <p:spPr>
          <a:xfrm>
            <a:off x="0" y="-8150"/>
            <a:ext cx="9144003" cy="5143501"/>
          </a:xfrm>
          <a:prstGeom prst="rect">
            <a:avLst/>
          </a:prstGeom>
          <a:noFill/>
          <a:ln>
            <a:noFill/>
          </a:ln>
        </p:spPr>
      </p:pic>
      <p:sp>
        <p:nvSpPr>
          <p:cNvPr id="224" name="Google Shape;224;p2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25" name="Google Shape;225;p2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6" name="Google Shape;226;p24"/>
          <p:cNvSpPr txBox="1"/>
          <p:nvPr>
            <p:ph idx="2" type="body"/>
          </p:nvPr>
        </p:nvSpPr>
        <p:spPr>
          <a:xfrm>
            <a:off x="1957800" y="4195275"/>
            <a:ext cx="5228400" cy="390600"/>
          </a:xfrm>
          <a:prstGeom prst="rect">
            <a:avLst/>
          </a:prstGeom>
        </p:spPr>
        <p:txBody>
          <a:bodyPr anchorCtr="0" anchor="b" bIns="0" lIns="0" spcFirstLastPara="1" rIns="0" wrap="square" tIns="0">
            <a:noAutofit/>
          </a:bodyPr>
          <a:lstStyle>
            <a:lvl1pPr indent="-292100" lvl="0" marL="457200" algn="ctr">
              <a:spcBef>
                <a:spcPts val="0"/>
              </a:spcBef>
              <a:spcAft>
                <a:spcPts val="0"/>
              </a:spcAft>
              <a:buClr>
                <a:schemeClr val="lt1"/>
              </a:buClr>
              <a:buSzPts val="1000"/>
              <a:buFont typeface="DM Sans"/>
              <a:buChar char="●"/>
              <a:defRPr sz="1000"/>
            </a:lvl1pPr>
            <a:lvl2pPr indent="-292100" lvl="1" marL="914400" algn="ctr">
              <a:spcBef>
                <a:spcPts val="800"/>
              </a:spcBef>
              <a:spcAft>
                <a:spcPts val="0"/>
              </a:spcAft>
              <a:buClr>
                <a:schemeClr val="lt1"/>
              </a:buClr>
              <a:buSzPts val="1000"/>
              <a:buFont typeface="DM Sans"/>
              <a:buChar char="○"/>
              <a:defRPr sz="1000"/>
            </a:lvl2pPr>
            <a:lvl3pPr indent="-292100" lvl="2" marL="1371600" algn="ctr">
              <a:spcBef>
                <a:spcPts val="800"/>
              </a:spcBef>
              <a:spcAft>
                <a:spcPts val="0"/>
              </a:spcAft>
              <a:buClr>
                <a:schemeClr val="lt1"/>
              </a:buClr>
              <a:buSzPts val="1000"/>
              <a:buFont typeface="DM Sans"/>
              <a:buChar char="■"/>
              <a:defRPr sz="1000"/>
            </a:lvl3pPr>
            <a:lvl4pPr indent="-292100" lvl="3" marL="1828800" algn="ctr">
              <a:spcBef>
                <a:spcPts val="800"/>
              </a:spcBef>
              <a:spcAft>
                <a:spcPts val="0"/>
              </a:spcAft>
              <a:buClr>
                <a:schemeClr val="lt1"/>
              </a:buClr>
              <a:buSzPts val="1000"/>
              <a:buFont typeface="DM Sans"/>
              <a:buChar char="●"/>
              <a:defRPr sz="1000"/>
            </a:lvl4pPr>
            <a:lvl5pPr indent="-292100" lvl="4" marL="2286000" algn="ctr">
              <a:spcBef>
                <a:spcPts val="800"/>
              </a:spcBef>
              <a:spcAft>
                <a:spcPts val="0"/>
              </a:spcAft>
              <a:buClr>
                <a:schemeClr val="lt1"/>
              </a:buClr>
              <a:buSzPts val="1000"/>
              <a:buFont typeface="DM Sans"/>
              <a:buChar char="○"/>
              <a:defRPr sz="1000"/>
            </a:lvl5pPr>
            <a:lvl6pPr indent="-292100" lvl="5" marL="2743200" algn="ctr">
              <a:spcBef>
                <a:spcPts val="800"/>
              </a:spcBef>
              <a:spcAft>
                <a:spcPts val="0"/>
              </a:spcAft>
              <a:buClr>
                <a:schemeClr val="lt1"/>
              </a:buClr>
              <a:buSzPts val="1000"/>
              <a:buFont typeface="DM Sans"/>
              <a:buChar char="■"/>
              <a:defRPr sz="1000"/>
            </a:lvl6pPr>
            <a:lvl7pPr indent="-292100" lvl="6" marL="3200400" algn="ctr">
              <a:spcBef>
                <a:spcPts val="800"/>
              </a:spcBef>
              <a:spcAft>
                <a:spcPts val="0"/>
              </a:spcAft>
              <a:buClr>
                <a:schemeClr val="lt1"/>
              </a:buClr>
              <a:buSzPts val="1000"/>
              <a:buFont typeface="DM Sans"/>
              <a:buChar char="●"/>
              <a:defRPr sz="1000"/>
            </a:lvl7pPr>
            <a:lvl8pPr indent="-292100" lvl="7" marL="3657600" algn="ctr">
              <a:spcBef>
                <a:spcPts val="800"/>
              </a:spcBef>
              <a:spcAft>
                <a:spcPts val="0"/>
              </a:spcAft>
              <a:buClr>
                <a:schemeClr val="lt1"/>
              </a:buClr>
              <a:buSzPts val="1000"/>
              <a:buFont typeface="DM Sans"/>
              <a:buChar char="○"/>
              <a:defRPr sz="1000"/>
            </a:lvl8pPr>
            <a:lvl9pPr indent="-292100" lvl="8" marL="4114800" algn="ctr">
              <a:spcBef>
                <a:spcPts val="800"/>
              </a:spcBef>
              <a:spcAft>
                <a:spcPts val="800"/>
              </a:spcAft>
              <a:buClr>
                <a:schemeClr val="lt1"/>
              </a:buClr>
              <a:buSzPts val="1000"/>
              <a:buFont typeface="DM Sans"/>
              <a:buChar char="■"/>
              <a:defRPr sz="1000"/>
            </a:lvl9pPr>
          </a:lstStyle>
          <a:p/>
        </p:txBody>
      </p:sp>
      <p:sp>
        <p:nvSpPr>
          <p:cNvPr id="227" name="Google Shape;227;p24"/>
          <p:cNvSpPr txBox="1"/>
          <p:nvPr>
            <p:ph idx="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28" name="Google Shape;228;p24"/>
          <p:cNvSpPr txBox="1"/>
          <p:nvPr>
            <p:ph type="title"/>
          </p:nvPr>
        </p:nvSpPr>
        <p:spPr>
          <a:xfrm>
            <a:off x="719400" y="988550"/>
            <a:ext cx="7705200" cy="587700"/>
          </a:xfrm>
          <a:prstGeom prst="rect">
            <a:avLst/>
          </a:prstGeom>
        </p:spPr>
        <p:txBody>
          <a:bodyPr anchorCtr="0" anchor="t" bIns="0" lIns="0" spcFirstLastPara="1" rIns="0" wrap="square" tIns="0">
            <a:spAutoFit/>
          </a:bodyPr>
          <a:lstStyle>
            <a:lvl1pPr lvl="0" algn="ctr">
              <a:lnSpc>
                <a:spcPct val="90000"/>
              </a:lnSpc>
              <a:spcBef>
                <a:spcPts val="0"/>
              </a:spcBef>
              <a:spcAft>
                <a:spcPts val="0"/>
              </a:spcAft>
              <a:buNone/>
              <a:defRPr/>
            </a:lvl1pPr>
            <a:lvl2pPr lvl="1" algn="ctr">
              <a:lnSpc>
                <a:spcPct val="90000"/>
              </a:lnSpc>
              <a:spcBef>
                <a:spcPts val="0"/>
              </a:spcBef>
              <a:spcAft>
                <a:spcPts val="0"/>
              </a:spcAft>
              <a:buNone/>
              <a:defRPr sz="2200"/>
            </a:lvl2pPr>
            <a:lvl3pPr lvl="2" algn="ctr">
              <a:lnSpc>
                <a:spcPct val="90000"/>
              </a:lnSpc>
              <a:spcBef>
                <a:spcPts val="0"/>
              </a:spcBef>
              <a:spcAft>
                <a:spcPts val="0"/>
              </a:spcAft>
              <a:buNone/>
              <a:defRPr sz="2200"/>
            </a:lvl3pPr>
            <a:lvl4pPr lvl="3" algn="ctr">
              <a:lnSpc>
                <a:spcPct val="90000"/>
              </a:lnSpc>
              <a:spcBef>
                <a:spcPts val="0"/>
              </a:spcBef>
              <a:spcAft>
                <a:spcPts val="0"/>
              </a:spcAft>
              <a:buNone/>
              <a:defRPr sz="2200"/>
            </a:lvl4pPr>
            <a:lvl5pPr lvl="4" algn="ctr">
              <a:lnSpc>
                <a:spcPct val="90000"/>
              </a:lnSpc>
              <a:spcBef>
                <a:spcPts val="0"/>
              </a:spcBef>
              <a:spcAft>
                <a:spcPts val="0"/>
              </a:spcAft>
              <a:buNone/>
              <a:defRPr sz="2200"/>
            </a:lvl5pPr>
            <a:lvl6pPr lvl="5" algn="ctr">
              <a:lnSpc>
                <a:spcPct val="90000"/>
              </a:lnSpc>
              <a:spcBef>
                <a:spcPts val="0"/>
              </a:spcBef>
              <a:spcAft>
                <a:spcPts val="0"/>
              </a:spcAft>
              <a:buNone/>
              <a:defRPr sz="2200"/>
            </a:lvl6pPr>
            <a:lvl7pPr lvl="6" algn="ctr">
              <a:lnSpc>
                <a:spcPct val="90000"/>
              </a:lnSpc>
              <a:spcBef>
                <a:spcPts val="0"/>
              </a:spcBef>
              <a:spcAft>
                <a:spcPts val="0"/>
              </a:spcAft>
              <a:buNone/>
              <a:defRPr sz="2200"/>
            </a:lvl7pPr>
            <a:lvl8pPr lvl="7" algn="ctr">
              <a:lnSpc>
                <a:spcPct val="90000"/>
              </a:lnSpc>
              <a:spcBef>
                <a:spcPts val="0"/>
              </a:spcBef>
              <a:spcAft>
                <a:spcPts val="0"/>
              </a:spcAft>
              <a:buNone/>
              <a:defRPr sz="2200"/>
            </a:lvl8pPr>
            <a:lvl9pPr lvl="8" algn="ctr">
              <a:lnSpc>
                <a:spcPct val="90000"/>
              </a:lnSpc>
              <a:spcBef>
                <a:spcPts val="0"/>
              </a:spcBef>
              <a:spcAft>
                <a:spcPts val="0"/>
              </a:spcAft>
              <a:buNone/>
              <a:defRPr sz="2200"/>
            </a:lvl9pPr>
          </a:lstStyle>
          <a:p/>
        </p:txBody>
      </p:sp>
      <p:sp>
        <p:nvSpPr>
          <p:cNvPr id="229" name="Google Shape;229;p24"/>
          <p:cNvSpPr/>
          <p:nvPr>
            <p:ph idx="4" type="pic"/>
          </p:nvPr>
        </p:nvSpPr>
        <p:spPr>
          <a:xfrm>
            <a:off x="3588150" y="2027104"/>
            <a:ext cx="1967700" cy="1311600"/>
          </a:xfrm>
          <a:prstGeom prst="rect">
            <a:avLst/>
          </a:prstGeom>
          <a:no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2">
  <p:cSld name="CUSTOM_2_1_1_1">
    <p:bg>
      <p:bgPr>
        <a:solidFill>
          <a:schemeClr val="accent1"/>
        </a:solidFill>
      </p:bgPr>
    </p:bg>
    <p:spTree>
      <p:nvGrpSpPr>
        <p:cNvPr id="230" name="Shape 230"/>
        <p:cNvGrpSpPr/>
        <p:nvPr/>
      </p:nvGrpSpPr>
      <p:grpSpPr>
        <a:xfrm>
          <a:off x="0" y="0"/>
          <a:ext cx="0" cy="0"/>
          <a:chOff x="0" y="0"/>
          <a:chExt cx="0" cy="0"/>
        </a:xfrm>
      </p:grpSpPr>
      <p:pic>
        <p:nvPicPr>
          <p:cNvPr descr="A modern glass skyscraper. " id="231" name="Google Shape;231;p25"/>
          <p:cNvPicPr preferRelativeResize="0"/>
          <p:nvPr/>
        </p:nvPicPr>
        <p:blipFill rotWithShape="1">
          <a:blip r:embed="rId2">
            <a:alphaModFix amt="14000"/>
          </a:blip>
          <a:srcRect b="15604" l="0" r="0" t="0"/>
          <a:stretch/>
        </p:blipFill>
        <p:spPr>
          <a:xfrm>
            <a:off x="0" y="-8150"/>
            <a:ext cx="9144003" cy="5143501"/>
          </a:xfrm>
          <a:prstGeom prst="rect">
            <a:avLst/>
          </a:prstGeom>
          <a:noFill/>
          <a:ln>
            <a:noFill/>
          </a:ln>
        </p:spPr>
      </p:pic>
      <p:sp>
        <p:nvSpPr>
          <p:cNvPr id="232" name="Google Shape;232;p2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33" name="Google Shape;233;p2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4" name="Google Shape;234;p25"/>
          <p:cNvSpPr txBox="1"/>
          <p:nvPr>
            <p:ph idx="2"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35" name="Google Shape;235;p25"/>
          <p:cNvSpPr txBox="1"/>
          <p:nvPr>
            <p:ph type="title"/>
          </p:nvPr>
        </p:nvSpPr>
        <p:spPr>
          <a:xfrm>
            <a:off x="1128900" y="1430400"/>
            <a:ext cx="6886200" cy="2282700"/>
          </a:xfrm>
          <a:prstGeom prst="rect">
            <a:avLst/>
          </a:prstGeom>
        </p:spPr>
        <p:txBody>
          <a:bodyPr anchorCtr="0" anchor="ctr" bIns="0" lIns="0" spcFirstLastPara="1" rIns="0" wrap="square" tIns="0">
            <a:noAutofit/>
          </a:bodyPr>
          <a:lstStyle>
            <a:lvl1pPr lvl="0" algn="ctr">
              <a:spcBef>
                <a:spcPts val="0"/>
              </a:spcBef>
              <a:spcAft>
                <a:spcPts val="0"/>
              </a:spcAft>
              <a:buNone/>
              <a:defRPr sz="2800"/>
            </a:lvl1pPr>
            <a:lvl2pPr lvl="1" algn="ctr">
              <a:lnSpc>
                <a:spcPct val="115000"/>
              </a:lnSpc>
              <a:spcBef>
                <a:spcPts val="0"/>
              </a:spcBef>
              <a:spcAft>
                <a:spcPts val="0"/>
              </a:spcAft>
              <a:buNone/>
              <a:defRPr/>
            </a:lvl2pPr>
            <a:lvl3pPr lvl="2" algn="ctr">
              <a:lnSpc>
                <a:spcPct val="115000"/>
              </a:lnSpc>
              <a:spcBef>
                <a:spcPts val="0"/>
              </a:spcBef>
              <a:spcAft>
                <a:spcPts val="0"/>
              </a:spcAft>
              <a:buNone/>
              <a:defRPr/>
            </a:lvl3pPr>
            <a:lvl4pPr lvl="3" algn="ctr">
              <a:lnSpc>
                <a:spcPct val="115000"/>
              </a:lnSpc>
              <a:spcBef>
                <a:spcPts val="0"/>
              </a:spcBef>
              <a:spcAft>
                <a:spcPts val="0"/>
              </a:spcAft>
              <a:buNone/>
              <a:defRPr/>
            </a:lvl4pPr>
            <a:lvl5pPr lvl="4" algn="ctr">
              <a:lnSpc>
                <a:spcPct val="115000"/>
              </a:lnSpc>
              <a:spcBef>
                <a:spcPts val="0"/>
              </a:spcBef>
              <a:spcAft>
                <a:spcPts val="0"/>
              </a:spcAft>
              <a:buNone/>
              <a:defRPr/>
            </a:lvl5pPr>
            <a:lvl6pPr lvl="5" algn="ctr">
              <a:lnSpc>
                <a:spcPct val="115000"/>
              </a:lnSpc>
              <a:spcBef>
                <a:spcPts val="0"/>
              </a:spcBef>
              <a:spcAft>
                <a:spcPts val="0"/>
              </a:spcAft>
              <a:buNone/>
              <a:defRPr/>
            </a:lvl6pPr>
            <a:lvl7pPr lvl="6" algn="ctr">
              <a:lnSpc>
                <a:spcPct val="115000"/>
              </a:lnSpc>
              <a:spcBef>
                <a:spcPts val="0"/>
              </a:spcBef>
              <a:spcAft>
                <a:spcPts val="0"/>
              </a:spcAft>
              <a:buNone/>
              <a:defRPr/>
            </a:lvl7pPr>
            <a:lvl8pPr lvl="7" algn="ctr">
              <a:lnSpc>
                <a:spcPct val="115000"/>
              </a:lnSpc>
              <a:spcBef>
                <a:spcPts val="0"/>
              </a:spcBef>
              <a:spcAft>
                <a:spcPts val="0"/>
              </a:spcAft>
              <a:buNone/>
              <a:defRPr/>
            </a:lvl8pPr>
            <a:lvl9pPr lvl="8" algn="ctr">
              <a:lnSpc>
                <a:spcPct val="115000"/>
              </a:lnSpc>
              <a:spcBef>
                <a:spcPts val="0"/>
              </a:spcBef>
              <a:spcAft>
                <a:spcPts val="0"/>
              </a:spcAft>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overview - Six modules">
  <p:cSld name="CUSTOM_3">
    <p:bg>
      <p:bgPr>
        <a:solidFill>
          <a:schemeClr val="lt1"/>
        </a:solidFill>
      </p:bgPr>
    </p:bg>
    <p:spTree>
      <p:nvGrpSpPr>
        <p:cNvPr id="236" name="Shape 236"/>
        <p:cNvGrpSpPr/>
        <p:nvPr/>
      </p:nvGrpSpPr>
      <p:grpSpPr>
        <a:xfrm>
          <a:off x="0" y="0"/>
          <a:ext cx="0" cy="0"/>
          <a:chOff x="0" y="0"/>
          <a:chExt cx="0" cy="0"/>
        </a:xfrm>
      </p:grpSpPr>
      <p:cxnSp>
        <p:nvCxnSpPr>
          <p:cNvPr id="237" name="Google Shape;237;p26"/>
          <p:cNvCxnSpPr/>
          <p:nvPr/>
        </p:nvCxnSpPr>
        <p:spPr>
          <a:xfrm>
            <a:off x="6096087" y="1794800"/>
            <a:ext cx="0" cy="2755200"/>
          </a:xfrm>
          <a:prstGeom prst="straightConnector1">
            <a:avLst/>
          </a:prstGeom>
          <a:noFill/>
          <a:ln cap="flat" cmpd="sng" w="19050">
            <a:solidFill>
              <a:schemeClr val="lt1"/>
            </a:solidFill>
            <a:prstDash val="solid"/>
            <a:round/>
            <a:headEnd len="med" w="med" type="none"/>
            <a:tailEnd len="med" w="med" type="none"/>
          </a:ln>
        </p:spPr>
      </p:cxnSp>
      <p:cxnSp>
        <p:nvCxnSpPr>
          <p:cNvPr id="238" name="Google Shape;238;p26"/>
          <p:cNvCxnSpPr/>
          <p:nvPr/>
        </p:nvCxnSpPr>
        <p:spPr>
          <a:xfrm>
            <a:off x="3048087" y="1794800"/>
            <a:ext cx="0" cy="2755200"/>
          </a:xfrm>
          <a:prstGeom prst="straightConnector1">
            <a:avLst/>
          </a:prstGeom>
          <a:noFill/>
          <a:ln cap="flat" cmpd="sng" w="19050">
            <a:solidFill>
              <a:schemeClr val="lt1"/>
            </a:solidFill>
            <a:prstDash val="solid"/>
            <a:round/>
            <a:headEnd len="med" w="med" type="none"/>
            <a:tailEnd len="med" w="med" type="none"/>
          </a:ln>
        </p:spPr>
      </p:cxnSp>
      <p:cxnSp>
        <p:nvCxnSpPr>
          <p:cNvPr id="239" name="Google Shape;239;p26"/>
          <p:cNvCxnSpPr/>
          <p:nvPr/>
        </p:nvCxnSpPr>
        <p:spPr>
          <a:xfrm>
            <a:off x="50" y="3174279"/>
            <a:ext cx="9144000" cy="0"/>
          </a:xfrm>
          <a:prstGeom prst="straightConnector1">
            <a:avLst/>
          </a:prstGeom>
          <a:noFill/>
          <a:ln cap="flat" cmpd="sng" w="19050">
            <a:solidFill>
              <a:schemeClr val="lt1"/>
            </a:solidFill>
            <a:prstDash val="solid"/>
            <a:round/>
            <a:headEnd len="med" w="med" type="none"/>
            <a:tailEnd len="med" w="med" type="none"/>
          </a:ln>
        </p:spPr>
      </p:cxnSp>
      <p:sp>
        <p:nvSpPr>
          <p:cNvPr id="240" name="Google Shape;240;p26"/>
          <p:cNvSpPr txBox="1"/>
          <p:nvPr>
            <p:ph idx="1" type="subTitle"/>
          </p:nvPr>
        </p:nvSpPr>
        <p:spPr>
          <a:xfrm>
            <a:off x="363200"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41" name="Google Shape;241;p26"/>
          <p:cNvSpPr txBox="1"/>
          <p:nvPr>
            <p:ph idx="2" type="subTitle"/>
          </p:nvPr>
        </p:nvSpPr>
        <p:spPr>
          <a:xfrm>
            <a:off x="361975"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42" name="Google Shape;242;p2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43" name="Google Shape;243;p26"/>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44" name="Google Shape;244;p26"/>
          <p:cNvSpPr txBox="1"/>
          <p:nvPr>
            <p:ph type="title"/>
          </p:nvPr>
        </p:nvSpPr>
        <p:spPr>
          <a:xfrm>
            <a:off x="361975" y="962092"/>
            <a:ext cx="57186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245" name="Google Shape;245;p26"/>
          <p:cNvSpPr txBox="1"/>
          <p:nvPr>
            <p:ph idx="4" type="subTitle"/>
          </p:nvPr>
        </p:nvSpPr>
        <p:spPr>
          <a:xfrm>
            <a:off x="3411825"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46" name="Google Shape;246;p26"/>
          <p:cNvSpPr txBox="1"/>
          <p:nvPr>
            <p:ph idx="5" type="subTitle"/>
          </p:nvPr>
        </p:nvSpPr>
        <p:spPr>
          <a:xfrm>
            <a:off x="3410600"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47" name="Google Shape;247;p26"/>
          <p:cNvSpPr txBox="1"/>
          <p:nvPr>
            <p:ph idx="6" type="subTitle"/>
          </p:nvPr>
        </p:nvSpPr>
        <p:spPr>
          <a:xfrm>
            <a:off x="6460475"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48" name="Google Shape;248;p26"/>
          <p:cNvSpPr txBox="1"/>
          <p:nvPr>
            <p:ph idx="7" type="subTitle"/>
          </p:nvPr>
        </p:nvSpPr>
        <p:spPr>
          <a:xfrm>
            <a:off x="6459250"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49" name="Google Shape;249;p26"/>
          <p:cNvSpPr txBox="1"/>
          <p:nvPr>
            <p:ph idx="8" type="subTitle"/>
          </p:nvPr>
        </p:nvSpPr>
        <p:spPr>
          <a:xfrm>
            <a:off x="363200"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50" name="Google Shape;250;p26"/>
          <p:cNvSpPr txBox="1"/>
          <p:nvPr>
            <p:ph idx="9" type="subTitle"/>
          </p:nvPr>
        </p:nvSpPr>
        <p:spPr>
          <a:xfrm>
            <a:off x="361975"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51" name="Google Shape;251;p26"/>
          <p:cNvSpPr txBox="1"/>
          <p:nvPr>
            <p:ph idx="13" type="subTitle"/>
          </p:nvPr>
        </p:nvSpPr>
        <p:spPr>
          <a:xfrm>
            <a:off x="3411825"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52" name="Google Shape;252;p26"/>
          <p:cNvSpPr txBox="1"/>
          <p:nvPr>
            <p:ph idx="14" type="subTitle"/>
          </p:nvPr>
        </p:nvSpPr>
        <p:spPr>
          <a:xfrm>
            <a:off x="3410600"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53" name="Google Shape;253;p26"/>
          <p:cNvSpPr txBox="1"/>
          <p:nvPr>
            <p:ph idx="15" type="subTitle"/>
          </p:nvPr>
        </p:nvSpPr>
        <p:spPr>
          <a:xfrm>
            <a:off x="6460475"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54" name="Google Shape;254;p26"/>
          <p:cNvSpPr txBox="1"/>
          <p:nvPr>
            <p:ph idx="16" type="subTitle"/>
          </p:nvPr>
        </p:nvSpPr>
        <p:spPr>
          <a:xfrm>
            <a:off x="6459250"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Alt 1">
  <p:cSld name="CUSTOM_4">
    <p:spTree>
      <p:nvGrpSpPr>
        <p:cNvPr id="255" name="Shape 255"/>
        <p:cNvGrpSpPr/>
        <p:nvPr/>
      </p:nvGrpSpPr>
      <p:grpSpPr>
        <a:xfrm>
          <a:off x="0" y="0"/>
          <a:ext cx="0" cy="0"/>
          <a:chOff x="0" y="0"/>
          <a:chExt cx="0" cy="0"/>
        </a:xfrm>
      </p:grpSpPr>
      <p:sp>
        <p:nvSpPr>
          <p:cNvPr id="256" name="Google Shape;256;p27"/>
          <p:cNvSpPr txBox="1"/>
          <p:nvPr>
            <p:ph idx="1" type="subTitle"/>
          </p:nvPr>
        </p:nvSpPr>
        <p:spPr>
          <a:xfrm>
            <a:off x="742900" y="2158550"/>
            <a:ext cx="3213000" cy="1386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257" name="Google Shape;257;p27"/>
          <p:cNvSpPr txBox="1"/>
          <p:nvPr>
            <p:ph idx="2" type="body"/>
          </p:nvPr>
        </p:nvSpPr>
        <p:spPr>
          <a:xfrm>
            <a:off x="742900" y="2381875"/>
            <a:ext cx="3213000" cy="461700"/>
          </a:xfrm>
          <a:prstGeom prst="rect">
            <a:avLst/>
          </a:prstGeom>
          <a:noFill/>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58" name="Google Shape;258;p27"/>
          <p:cNvSpPr/>
          <p:nvPr>
            <p:ph idx="3" type="pic"/>
          </p:nvPr>
        </p:nvSpPr>
        <p:spPr>
          <a:xfrm>
            <a:off x="5402575" y="0"/>
            <a:ext cx="3739800" cy="3129600"/>
          </a:xfrm>
          <a:prstGeom prst="rect">
            <a:avLst/>
          </a:prstGeom>
          <a:noFill/>
          <a:ln cap="flat" cmpd="sng" w="9525">
            <a:solidFill>
              <a:schemeClr val="accent6"/>
            </a:solidFill>
            <a:prstDash val="solid"/>
            <a:round/>
            <a:headEnd len="sm" w="sm" type="none"/>
            <a:tailEnd len="sm" w="sm" type="none"/>
          </a:ln>
        </p:spPr>
      </p:sp>
      <p:sp>
        <p:nvSpPr>
          <p:cNvPr id="259" name="Google Shape;259;p27"/>
          <p:cNvSpPr txBox="1"/>
          <p:nvPr>
            <p:ph type="title"/>
          </p:nvPr>
        </p:nvSpPr>
        <p:spPr>
          <a:xfrm>
            <a:off x="361975" y="988550"/>
            <a:ext cx="4297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260" name="Google Shape;260;p27"/>
          <p:cNvSpPr txBox="1"/>
          <p:nvPr>
            <p:ph idx="4"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1" name="Google Shape;261;p2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62" name="Google Shape;262;p27"/>
          <p:cNvSpPr txBox="1"/>
          <p:nvPr>
            <p:ph idx="5"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3" name="Google Shape;263;p27"/>
          <p:cNvSpPr txBox="1"/>
          <p:nvPr>
            <p:ph idx="6" type="subTitle"/>
          </p:nvPr>
        </p:nvSpPr>
        <p:spPr>
          <a:xfrm>
            <a:off x="5785175" y="3335324"/>
            <a:ext cx="2991600" cy="2772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64" name="Google Shape;264;p27"/>
          <p:cNvSpPr txBox="1"/>
          <p:nvPr>
            <p:ph idx="7" type="subTitle"/>
          </p:nvPr>
        </p:nvSpPr>
        <p:spPr>
          <a:xfrm>
            <a:off x="742900" y="3910855"/>
            <a:ext cx="3213000" cy="138600"/>
          </a:xfrm>
          <a:prstGeom prst="rect">
            <a:avLst/>
          </a:prstGeom>
          <a:noFill/>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265" name="Google Shape;265;p27"/>
          <p:cNvSpPr txBox="1"/>
          <p:nvPr>
            <p:ph idx="8" type="body"/>
          </p:nvPr>
        </p:nvSpPr>
        <p:spPr>
          <a:xfrm>
            <a:off x="742900" y="4134180"/>
            <a:ext cx="3213000" cy="461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66" name="Google Shape;266;p27"/>
          <p:cNvSpPr txBox="1"/>
          <p:nvPr>
            <p:ph idx="9" type="subTitle"/>
          </p:nvPr>
        </p:nvSpPr>
        <p:spPr>
          <a:xfrm>
            <a:off x="742900" y="3050778"/>
            <a:ext cx="3213000" cy="138600"/>
          </a:xfrm>
          <a:prstGeom prst="rect">
            <a:avLst/>
          </a:prstGeom>
          <a:noFill/>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267" name="Google Shape;267;p27"/>
          <p:cNvSpPr txBox="1"/>
          <p:nvPr>
            <p:ph idx="13" type="body"/>
          </p:nvPr>
        </p:nvSpPr>
        <p:spPr>
          <a:xfrm>
            <a:off x="742900" y="3274103"/>
            <a:ext cx="3213000" cy="461700"/>
          </a:xfrm>
          <a:prstGeom prst="rect">
            <a:avLst/>
          </a:prstGeom>
          <a:noFill/>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68" name="Google Shape;268;p27"/>
          <p:cNvSpPr txBox="1"/>
          <p:nvPr>
            <p:ph idx="14" type="body"/>
          </p:nvPr>
        </p:nvSpPr>
        <p:spPr>
          <a:xfrm>
            <a:off x="5785175" y="4134175"/>
            <a:ext cx="2991600" cy="461700"/>
          </a:xfrm>
          <a:prstGeom prst="rect">
            <a:avLst/>
          </a:prstGeom>
        </p:spPr>
        <p:txBody>
          <a:bodyPr anchorCtr="0" anchor="b" bIns="0" lIns="0" spcFirstLastPara="1" rIns="0" wrap="square" tIns="0">
            <a:noAutofit/>
          </a:bodyPr>
          <a:lstStyle>
            <a:lvl1pPr indent="-292100" lvl="0" marL="457200">
              <a:spcBef>
                <a:spcPts val="0"/>
              </a:spcBef>
              <a:spcAft>
                <a:spcPts val="0"/>
              </a:spcAft>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Alt 2">
  <p:cSld name="CUSTOM_4_1">
    <p:spTree>
      <p:nvGrpSpPr>
        <p:cNvPr id="269" name="Shape 269"/>
        <p:cNvGrpSpPr/>
        <p:nvPr/>
      </p:nvGrpSpPr>
      <p:grpSpPr>
        <a:xfrm>
          <a:off x="0" y="0"/>
          <a:ext cx="0" cy="0"/>
          <a:chOff x="0" y="0"/>
          <a:chExt cx="0" cy="0"/>
        </a:xfrm>
      </p:grpSpPr>
      <p:sp>
        <p:nvSpPr>
          <p:cNvPr id="270" name="Google Shape;270;p28"/>
          <p:cNvSpPr/>
          <p:nvPr>
            <p:ph idx="2" type="pic"/>
          </p:nvPr>
        </p:nvSpPr>
        <p:spPr>
          <a:xfrm>
            <a:off x="75" y="0"/>
            <a:ext cx="2853300" cy="2436600"/>
          </a:xfrm>
          <a:prstGeom prst="rect">
            <a:avLst/>
          </a:prstGeom>
          <a:noFill/>
          <a:ln>
            <a:noFill/>
          </a:ln>
        </p:spPr>
      </p:sp>
      <p:sp>
        <p:nvSpPr>
          <p:cNvPr id="271" name="Google Shape;271;p2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72" name="Google Shape;272;p28"/>
          <p:cNvSpPr txBox="1"/>
          <p:nvPr>
            <p:ph idx="1" type="subTitle"/>
          </p:nvPr>
        </p:nvSpPr>
        <p:spPr>
          <a:xfrm>
            <a:off x="361975" y="2614325"/>
            <a:ext cx="2061600" cy="2772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Four members">
  <p:cSld name="CUSTOM_5">
    <p:bg>
      <p:bgPr>
        <a:solidFill>
          <a:schemeClr val="lt1"/>
        </a:solidFill>
      </p:bgPr>
    </p:bg>
    <p:spTree>
      <p:nvGrpSpPr>
        <p:cNvPr id="273" name="Shape 273"/>
        <p:cNvGrpSpPr/>
        <p:nvPr/>
      </p:nvGrpSpPr>
      <p:grpSpPr>
        <a:xfrm>
          <a:off x="0" y="0"/>
          <a:ext cx="0" cy="0"/>
          <a:chOff x="0" y="0"/>
          <a:chExt cx="0" cy="0"/>
        </a:xfrm>
      </p:grpSpPr>
      <p:sp>
        <p:nvSpPr>
          <p:cNvPr id="274" name="Google Shape;274;p29"/>
          <p:cNvSpPr txBox="1"/>
          <p:nvPr>
            <p:ph idx="1" type="body"/>
          </p:nvPr>
        </p:nvSpPr>
        <p:spPr>
          <a:xfrm>
            <a:off x="352800"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275" name="Google Shape;275;p29"/>
          <p:cNvSpPr txBox="1"/>
          <p:nvPr>
            <p:ph idx="2" type="body"/>
          </p:nvPr>
        </p:nvSpPr>
        <p:spPr>
          <a:xfrm>
            <a:off x="7187875"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276" name="Google Shape;276;p29"/>
          <p:cNvSpPr txBox="1"/>
          <p:nvPr>
            <p:ph idx="3" type="body"/>
          </p:nvPr>
        </p:nvSpPr>
        <p:spPr>
          <a:xfrm>
            <a:off x="4924400"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277" name="Google Shape;277;p29"/>
          <p:cNvSpPr txBox="1"/>
          <p:nvPr>
            <p:ph idx="4" type="body"/>
          </p:nvPr>
        </p:nvSpPr>
        <p:spPr>
          <a:xfrm>
            <a:off x="2643063"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278" name="Google Shape;278;p29"/>
          <p:cNvSpPr/>
          <p:nvPr>
            <p:ph idx="5" type="pic"/>
          </p:nvPr>
        </p:nvSpPr>
        <p:spPr>
          <a:xfrm>
            <a:off x="2941550" y="1923334"/>
            <a:ext cx="991800" cy="991800"/>
          </a:xfrm>
          <a:prstGeom prst="rect">
            <a:avLst/>
          </a:prstGeom>
          <a:noFill/>
          <a:ln>
            <a:noFill/>
          </a:ln>
        </p:spPr>
      </p:sp>
      <p:sp>
        <p:nvSpPr>
          <p:cNvPr id="279" name="Google Shape;279;p29"/>
          <p:cNvSpPr/>
          <p:nvPr>
            <p:ph idx="6" type="pic"/>
          </p:nvPr>
        </p:nvSpPr>
        <p:spPr>
          <a:xfrm>
            <a:off x="5227063" y="1923334"/>
            <a:ext cx="991800" cy="991800"/>
          </a:xfrm>
          <a:prstGeom prst="rect">
            <a:avLst/>
          </a:prstGeom>
          <a:noFill/>
          <a:ln>
            <a:noFill/>
          </a:ln>
        </p:spPr>
      </p:sp>
      <p:sp>
        <p:nvSpPr>
          <p:cNvPr id="280" name="Google Shape;280;p29"/>
          <p:cNvSpPr/>
          <p:nvPr>
            <p:ph idx="7" type="pic"/>
          </p:nvPr>
        </p:nvSpPr>
        <p:spPr>
          <a:xfrm>
            <a:off x="7495263" y="1923334"/>
            <a:ext cx="991800" cy="991800"/>
          </a:xfrm>
          <a:prstGeom prst="rect">
            <a:avLst/>
          </a:prstGeom>
          <a:noFill/>
          <a:ln>
            <a:noFill/>
          </a:ln>
        </p:spPr>
      </p:sp>
      <p:cxnSp>
        <p:nvCxnSpPr>
          <p:cNvPr id="281" name="Google Shape;281;p29"/>
          <p:cNvCxnSpPr/>
          <p:nvPr/>
        </p:nvCxnSpPr>
        <p:spPr>
          <a:xfrm>
            <a:off x="2286125" y="1801500"/>
            <a:ext cx="0" cy="3342000"/>
          </a:xfrm>
          <a:prstGeom prst="straightConnector1">
            <a:avLst/>
          </a:prstGeom>
          <a:noFill/>
          <a:ln cap="flat" cmpd="sng" w="19050">
            <a:solidFill>
              <a:schemeClr val="lt1"/>
            </a:solidFill>
            <a:prstDash val="solid"/>
            <a:round/>
            <a:headEnd len="med" w="med" type="none"/>
            <a:tailEnd len="med" w="med" type="none"/>
          </a:ln>
        </p:spPr>
      </p:cxnSp>
      <p:cxnSp>
        <p:nvCxnSpPr>
          <p:cNvPr id="282" name="Google Shape;282;p29"/>
          <p:cNvCxnSpPr/>
          <p:nvPr/>
        </p:nvCxnSpPr>
        <p:spPr>
          <a:xfrm>
            <a:off x="4580525" y="1801500"/>
            <a:ext cx="0" cy="3342000"/>
          </a:xfrm>
          <a:prstGeom prst="straightConnector1">
            <a:avLst/>
          </a:prstGeom>
          <a:noFill/>
          <a:ln cap="flat" cmpd="sng" w="19050">
            <a:solidFill>
              <a:schemeClr val="lt1"/>
            </a:solidFill>
            <a:prstDash val="solid"/>
            <a:round/>
            <a:headEnd len="med" w="med" type="none"/>
            <a:tailEnd len="med" w="med" type="none"/>
          </a:ln>
        </p:spPr>
      </p:cxnSp>
      <p:cxnSp>
        <p:nvCxnSpPr>
          <p:cNvPr id="283" name="Google Shape;283;p29"/>
          <p:cNvCxnSpPr/>
          <p:nvPr/>
        </p:nvCxnSpPr>
        <p:spPr>
          <a:xfrm>
            <a:off x="6857075" y="1801500"/>
            <a:ext cx="0" cy="3342000"/>
          </a:xfrm>
          <a:prstGeom prst="straightConnector1">
            <a:avLst/>
          </a:prstGeom>
          <a:noFill/>
          <a:ln cap="flat" cmpd="sng" w="19050">
            <a:solidFill>
              <a:schemeClr val="lt1"/>
            </a:solidFill>
            <a:prstDash val="solid"/>
            <a:round/>
            <a:headEnd len="med" w="med" type="none"/>
            <a:tailEnd len="med" w="med" type="none"/>
          </a:ln>
        </p:spPr>
      </p:cxnSp>
      <p:sp>
        <p:nvSpPr>
          <p:cNvPr id="284" name="Google Shape;284;p29"/>
          <p:cNvSpPr/>
          <p:nvPr>
            <p:ph idx="8" type="pic"/>
          </p:nvPr>
        </p:nvSpPr>
        <p:spPr>
          <a:xfrm>
            <a:off x="651288" y="1923334"/>
            <a:ext cx="991800" cy="991800"/>
          </a:xfrm>
          <a:prstGeom prst="rect">
            <a:avLst/>
          </a:prstGeom>
          <a:noFill/>
          <a:ln>
            <a:noFill/>
          </a:ln>
        </p:spPr>
      </p:sp>
      <p:sp>
        <p:nvSpPr>
          <p:cNvPr id="285" name="Google Shape;285;p29"/>
          <p:cNvSpPr txBox="1"/>
          <p:nvPr>
            <p:ph type="title"/>
          </p:nvPr>
        </p:nvSpPr>
        <p:spPr>
          <a:xfrm>
            <a:off x="361975" y="962092"/>
            <a:ext cx="57186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286" name="Google Shape;286;p2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87" name="Google Shape;287;p29"/>
          <p:cNvSpPr txBox="1"/>
          <p:nvPr>
            <p:ph idx="9"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88" name="Google Shape;288;p29"/>
          <p:cNvSpPr txBox="1"/>
          <p:nvPr>
            <p:ph idx="13" type="subTitle"/>
          </p:nvPr>
        </p:nvSpPr>
        <p:spPr>
          <a:xfrm>
            <a:off x="353250"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289" name="Google Shape;289;p29"/>
          <p:cNvSpPr txBox="1"/>
          <p:nvPr>
            <p:ph idx="14" type="subTitle"/>
          </p:nvPr>
        </p:nvSpPr>
        <p:spPr>
          <a:xfrm>
            <a:off x="353250"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290" name="Google Shape;290;p29"/>
          <p:cNvSpPr txBox="1"/>
          <p:nvPr>
            <p:ph idx="15" type="subTitle"/>
          </p:nvPr>
        </p:nvSpPr>
        <p:spPr>
          <a:xfrm>
            <a:off x="353250"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291" name="Google Shape;291;p29"/>
          <p:cNvSpPr txBox="1"/>
          <p:nvPr>
            <p:ph idx="16" type="subTitle"/>
          </p:nvPr>
        </p:nvSpPr>
        <p:spPr>
          <a:xfrm>
            <a:off x="7188325"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292" name="Google Shape;292;p29"/>
          <p:cNvSpPr txBox="1"/>
          <p:nvPr>
            <p:ph idx="17" type="subTitle"/>
          </p:nvPr>
        </p:nvSpPr>
        <p:spPr>
          <a:xfrm>
            <a:off x="7188325"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293" name="Google Shape;293;p29"/>
          <p:cNvSpPr txBox="1"/>
          <p:nvPr>
            <p:ph idx="18" type="subTitle"/>
          </p:nvPr>
        </p:nvSpPr>
        <p:spPr>
          <a:xfrm>
            <a:off x="7188325"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294" name="Google Shape;294;p29"/>
          <p:cNvSpPr txBox="1"/>
          <p:nvPr>
            <p:ph idx="19" type="subTitle"/>
          </p:nvPr>
        </p:nvSpPr>
        <p:spPr>
          <a:xfrm>
            <a:off x="4924850"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295" name="Google Shape;295;p29"/>
          <p:cNvSpPr txBox="1"/>
          <p:nvPr>
            <p:ph idx="20" type="subTitle"/>
          </p:nvPr>
        </p:nvSpPr>
        <p:spPr>
          <a:xfrm>
            <a:off x="4924850"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296" name="Google Shape;296;p29"/>
          <p:cNvSpPr txBox="1"/>
          <p:nvPr>
            <p:ph idx="21" type="subTitle"/>
          </p:nvPr>
        </p:nvSpPr>
        <p:spPr>
          <a:xfrm>
            <a:off x="4924850"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297" name="Google Shape;297;p29"/>
          <p:cNvSpPr txBox="1"/>
          <p:nvPr>
            <p:ph idx="22" type="subTitle"/>
          </p:nvPr>
        </p:nvSpPr>
        <p:spPr>
          <a:xfrm>
            <a:off x="2643513"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298" name="Google Shape;298;p29"/>
          <p:cNvSpPr txBox="1"/>
          <p:nvPr>
            <p:ph idx="23" type="subTitle"/>
          </p:nvPr>
        </p:nvSpPr>
        <p:spPr>
          <a:xfrm>
            <a:off x="2643513"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299" name="Google Shape;299;p29"/>
          <p:cNvSpPr txBox="1"/>
          <p:nvPr>
            <p:ph idx="24" type="subTitle"/>
          </p:nvPr>
        </p:nvSpPr>
        <p:spPr>
          <a:xfrm>
            <a:off x="2643513"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Eight members">
  <p:cSld name="CUSTOM_6">
    <p:spTree>
      <p:nvGrpSpPr>
        <p:cNvPr id="300" name="Shape 300"/>
        <p:cNvGrpSpPr/>
        <p:nvPr/>
      </p:nvGrpSpPr>
      <p:grpSpPr>
        <a:xfrm>
          <a:off x="0" y="0"/>
          <a:ext cx="0" cy="0"/>
          <a:chOff x="0" y="0"/>
          <a:chExt cx="0" cy="0"/>
        </a:xfrm>
      </p:grpSpPr>
      <p:sp>
        <p:nvSpPr>
          <p:cNvPr id="301" name="Google Shape;301;p30"/>
          <p:cNvSpPr txBox="1"/>
          <p:nvPr>
            <p:ph idx="1" type="subTitle"/>
          </p:nvPr>
        </p:nvSpPr>
        <p:spPr>
          <a:xfrm>
            <a:off x="6750600" y="1283963"/>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02" name="Google Shape;302;p30"/>
          <p:cNvSpPr txBox="1"/>
          <p:nvPr>
            <p:ph idx="2" type="subTitle"/>
          </p:nvPr>
        </p:nvSpPr>
        <p:spPr>
          <a:xfrm>
            <a:off x="6750600" y="1054750"/>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3" name="Google Shape;303;p30"/>
          <p:cNvSpPr txBox="1"/>
          <p:nvPr>
            <p:ph idx="3" type="subTitle"/>
          </p:nvPr>
        </p:nvSpPr>
        <p:spPr>
          <a:xfrm>
            <a:off x="6750600" y="1427900"/>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04" name="Google Shape;304;p30"/>
          <p:cNvSpPr/>
          <p:nvPr>
            <p:ph idx="4" type="pic"/>
          </p:nvPr>
        </p:nvSpPr>
        <p:spPr>
          <a:xfrm>
            <a:off x="6080709" y="1066100"/>
            <a:ext cx="530400" cy="530400"/>
          </a:xfrm>
          <a:prstGeom prst="rect">
            <a:avLst/>
          </a:prstGeom>
          <a:noFill/>
          <a:ln>
            <a:noFill/>
          </a:ln>
        </p:spPr>
      </p:sp>
      <p:sp>
        <p:nvSpPr>
          <p:cNvPr id="305" name="Google Shape;305;p30"/>
          <p:cNvSpPr txBox="1"/>
          <p:nvPr>
            <p:ph idx="5" type="subTitle"/>
          </p:nvPr>
        </p:nvSpPr>
        <p:spPr>
          <a:xfrm>
            <a:off x="3824550" y="1283963"/>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06" name="Google Shape;306;p30"/>
          <p:cNvSpPr txBox="1"/>
          <p:nvPr>
            <p:ph idx="6" type="subTitle"/>
          </p:nvPr>
        </p:nvSpPr>
        <p:spPr>
          <a:xfrm>
            <a:off x="3824550" y="1054750"/>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7" name="Google Shape;307;p30"/>
          <p:cNvSpPr txBox="1"/>
          <p:nvPr>
            <p:ph idx="7" type="subTitle"/>
          </p:nvPr>
        </p:nvSpPr>
        <p:spPr>
          <a:xfrm>
            <a:off x="3824550" y="1427900"/>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08" name="Google Shape;308;p30"/>
          <p:cNvSpPr/>
          <p:nvPr>
            <p:ph idx="8" type="pic"/>
          </p:nvPr>
        </p:nvSpPr>
        <p:spPr>
          <a:xfrm>
            <a:off x="3154659" y="1066100"/>
            <a:ext cx="530400" cy="530400"/>
          </a:xfrm>
          <a:prstGeom prst="rect">
            <a:avLst/>
          </a:prstGeom>
          <a:noFill/>
          <a:ln>
            <a:noFill/>
          </a:ln>
        </p:spPr>
      </p:sp>
      <p:sp>
        <p:nvSpPr>
          <p:cNvPr id="309" name="Google Shape;309;p30"/>
          <p:cNvSpPr txBox="1"/>
          <p:nvPr>
            <p:ph idx="9" type="subTitle"/>
          </p:nvPr>
        </p:nvSpPr>
        <p:spPr>
          <a:xfrm>
            <a:off x="6750600" y="2193728"/>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10" name="Google Shape;310;p30"/>
          <p:cNvSpPr txBox="1"/>
          <p:nvPr>
            <p:ph idx="13" type="subTitle"/>
          </p:nvPr>
        </p:nvSpPr>
        <p:spPr>
          <a:xfrm>
            <a:off x="6750600" y="1964514"/>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1" name="Google Shape;311;p30"/>
          <p:cNvSpPr txBox="1"/>
          <p:nvPr>
            <p:ph idx="14" type="subTitle"/>
          </p:nvPr>
        </p:nvSpPr>
        <p:spPr>
          <a:xfrm>
            <a:off x="6750600" y="2337664"/>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12" name="Google Shape;312;p30"/>
          <p:cNvSpPr/>
          <p:nvPr>
            <p:ph idx="15" type="pic"/>
          </p:nvPr>
        </p:nvSpPr>
        <p:spPr>
          <a:xfrm>
            <a:off x="6080709" y="1975864"/>
            <a:ext cx="530400" cy="530400"/>
          </a:xfrm>
          <a:prstGeom prst="rect">
            <a:avLst/>
          </a:prstGeom>
          <a:noFill/>
          <a:ln>
            <a:noFill/>
          </a:ln>
        </p:spPr>
      </p:sp>
      <p:sp>
        <p:nvSpPr>
          <p:cNvPr id="313" name="Google Shape;313;p30"/>
          <p:cNvSpPr txBox="1"/>
          <p:nvPr>
            <p:ph idx="16" type="subTitle"/>
          </p:nvPr>
        </p:nvSpPr>
        <p:spPr>
          <a:xfrm>
            <a:off x="3824550" y="2193728"/>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14" name="Google Shape;314;p30"/>
          <p:cNvSpPr txBox="1"/>
          <p:nvPr>
            <p:ph idx="17" type="subTitle"/>
          </p:nvPr>
        </p:nvSpPr>
        <p:spPr>
          <a:xfrm>
            <a:off x="3824550" y="1964514"/>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5" name="Google Shape;315;p30"/>
          <p:cNvSpPr txBox="1"/>
          <p:nvPr>
            <p:ph idx="18" type="subTitle"/>
          </p:nvPr>
        </p:nvSpPr>
        <p:spPr>
          <a:xfrm>
            <a:off x="3824550" y="2337664"/>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16" name="Google Shape;316;p30"/>
          <p:cNvSpPr/>
          <p:nvPr>
            <p:ph idx="19" type="pic"/>
          </p:nvPr>
        </p:nvSpPr>
        <p:spPr>
          <a:xfrm>
            <a:off x="3154659" y="1975864"/>
            <a:ext cx="530400" cy="530400"/>
          </a:xfrm>
          <a:prstGeom prst="rect">
            <a:avLst/>
          </a:prstGeom>
          <a:noFill/>
          <a:ln>
            <a:noFill/>
          </a:ln>
        </p:spPr>
      </p:sp>
      <p:sp>
        <p:nvSpPr>
          <p:cNvPr id="317" name="Google Shape;317;p30"/>
          <p:cNvSpPr txBox="1"/>
          <p:nvPr>
            <p:ph idx="20" type="subTitle"/>
          </p:nvPr>
        </p:nvSpPr>
        <p:spPr>
          <a:xfrm>
            <a:off x="6750600" y="3101715"/>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18" name="Google Shape;318;p30"/>
          <p:cNvSpPr txBox="1"/>
          <p:nvPr>
            <p:ph idx="21" type="subTitle"/>
          </p:nvPr>
        </p:nvSpPr>
        <p:spPr>
          <a:xfrm>
            <a:off x="6750600" y="2872502"/>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9" name="Google Shape;319;p30"/>
          <p:cNvSpPr txBox="1"/>
          <p:nvPr>
            <p:ph idx="22" type="subTitle"/>
          </p:nvPr>
        </p:nvSpPr>
        <p:spPr>
          <a:xfrm>
            <a:off x="6750600" y="3245652"/>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20" name="Google Shape;320;p30"/>
          <p:cNvSpPr/>
          <p:nvPr>
            <p:ph idx="23" type="pic"/>
          </p:nvPr>
        </p:nvSpPr>
        <p:spPr>
          <a:xfrm>
            <a:off x="6080709" y="2883852"/>
            <a:ext cx="530400" cy="530400"/>
          </a:xfrm>
          <a:prstGeom prst="rect">
            <a:avLst/>
          </a:prstGeom>
          <a:noFill/>
          <a:ln>
            <a:noFill/>
          </a:ln>
        </p:spPr>
      </p:sp>
      <p:sp>
        <p:nvSpPr>
          <p:cNvPr id="321" name="Google Shape;321;p30"/>
          <p:cNvSpPr txBox="1"/>
          <p:nvPr>
            <p:ph idx="24" type="subTitle"/>
          </p:nvPr>
        </p:nvSpPr>
        <p:spPr>
          <a:xfrm>
            <a:off x="3824550" y="3101715"/>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22" name="Google Shape;322;p30"/>
          <p:cNvSpPr txBox="1"/>
          <p:nvPr>
            <p:ph idx="25" type="subTitle"/>
          </p:nvPr>
        </p:nvSpPr>
        <p:spPr>
          <a:xfrm>
            <a:off x="3824550" y="2872502"/>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23" name="Google Shape;323;p30"/>
          <p:cNvSpPr txBox="1"/>
          <p:nvPr>
            <p:ph idx="26" type="subTitle"/>
          </p:nvPr>
        </p:nvSpPr>
        <p:spPr>
          <a:xfrm>
            <a:off x="3824550" y="3245652"/>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24" name="Google Shape;324;p30"/>
          <p:cNvSpPr/>
          <p:nvPr>
            <p:ph idx="27" type="pic"/>
          </p:nvPr>
        </p:nvSpPr>
        <p:spPr>
          <a:xfrm>
            <a:off x="3154659" y="2883852"/>
            <a:ext cx="530400" cy="530400"/>
          </a:xfrm>
          <a:prstGeom prst="rect">
            <a:avLst/>
          </a:prstGeom>
          <a:noFill/>
          <a:ln>
            <a:noFill/>
          </a:ln>
        </p:spPr>
      </p:sp>
      <p:sp>
        <p:nvSpPr>
          <p:cNvPr id="325" name="Google Shape;325;p30"/>
          <p:cNvSpPr txBox="1"/>
          <p:nvPr>
            <p:ph idx="28" type="subTitle"/>
          </p:nvPr>
        </p:nvSpPr>
        <p:spPr>
          <a:xfrm>
            <a:off x="6750600" y="4022919"/>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26" name="Google Shape;326;p30"/>
          <p:cNvSpPr txBox="1"/>
          <p:nvPr>
            <p:ph idx="29" type="subTitle"/>
          </p:nvPr>
        </p:nvSpPr>
        <p:spPr>
          <a:xfrm>
            <a:off x="6750600" y="3793706"/>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27" name="Google Shape;327;p30"/>
          <p:cNvSpPr txBox="1"/>
          <p:nvPr>
            <p:ph idx="30" type="subTitle"/>
          </p:nvPr>
        </p:nvSpPr>
        <p:spPr>
          <a:xfrm>
            <a:off x="6750600" y="4166856"/>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28" name="Google Shape;328;p30"/>
          <p:cNvSpPr/>
          <p:nvPr>
            <p:ph idx="31" type="pic"/>
          </p:nvPr>
        </p:nvSpPr>
        <p:spPr>
          <a:xfrm>
            <a:off x="6080709" y="3805056"/>
            <a:ext cx="530400" cy="530400"/>
          </a:xfrm>
          <a:prstGeom prst="rect">
            <a:avLst/>
          </a:prstGeom>
          <a:noFill/>
          <a:ln>
            <a:noFill/>
          </a:ln>
        </p:spPr>
      </p:sp>
      <p:sp>
        <p:nvSpPr>
          <p:cNvPr id="329" name="Google Shape;329;p30"/>
          <p:cNvSpPr txBox="1"/>
          <p:nvPr>
            <p:ph idx="32" type="subTitle"/>
          </p:nvPr>
        </p:nvSpPr>
        <p:spPr>
          <a:xfrm>
            <a:off x="3824550" y="4022919"/>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30" name="Google Shape;330;p30"/>
          <p:cNvSpPr txBox="1"/>
          <p:nvPr>
            <p:ph idx="33" type="subTitle"/>
          </p:nvPr>
        </p:nvSpPr>
        <p:spPr>
          <a:xfrm>
            <a:off x="3824550" y="3793706"/>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31" name="Google Shape;331;p30"/>
          <p:cNvSpPr txBox="1"/>
          <p:nvPr>
            <p:ph idx="34" type="subTitle"/>
          </p:nvPr>
        </p:nvSpPr>
        <p:spPr>
          <a:xfrm>
            <a:off x="3824550" y="4166856"/>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32" name="Google Shape;332;p30"/>
          <p:cNvSpPr/>
          <p:nvPr>
            <p:ph idx="35" type="pic"/>
          </p:nvPr>
        </p:nvSpPr>
        <p:spPr>
          <a:xfrm>
            <a:off x="3154659" y="3805056"/>
            <a:ext cx="530400" cy="530400"/>
          </a:xfrm>
          <a:prstGeom prst="rect">
            <a:avLst/>
          </a:prstGeom>
          <a:noFill/>
          <a:ln>
            <a:noFill/>
          </a:ln>
        </p:spPr>
      </p:sp>
      <p:sp>
        <p:nvSpPr>
          <p:cNvPr id="333" name="Google Shape;333;p30"/>
          <p:cNvSpPr txBox="1"/>
          <p:nvPr>
            <p:ph type="title"/>
          </p:nvPr>
        </p:nvSpPr>
        <p:spPr>
          <a:xfrm>
            <a:off x="361975" y="962100"/>
            <a:ext cx="24507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sz="3600"/>
            </a:lvl2pPr>
            <a:lvl3pPr lvl="2">
              <a:lnSpc>
                <a:spcPct val="90000"/>
              </a:lnSpc>
              <a:spcBef>
                <a:spcPts val="0"/>
              </a:spcBef>
              <a:spcAft>
                <a:spcPts val="0"/>
              </a:spcAft>
              <a:buNone/>
              <a:defRPr sz="3600"/>
            </a:lvl3pPr>
            <a:lvl4pPr lvl="3">
              <a:lnSpc>
                <a:spcPct val="90000"/>
              </a:lnSpc>
              <a:spcBef>
                <a:spcPts val="0"/>
              </a:spcBef>
              <a:spcAft>
                <a:spcPts val="0"/>
              </a:spcAft>
              <a:buNone/>
              <a:defRPr sz="3600"/>
            </a:lvl4pPr>
            <a:lvl5pPr lvl="4">
              <a:lnSpc>
                <a:spcPct val="90000"/>
              </a:lnSpc>
              <a:spcBef>
                <a:spcPts val="0"/>
              </a:spcBef>
              <a:spcAft>
                <a:spcPts val="0"/>
              </a:spcAft>
              <a:buNone/>
              <a:defRPr sz="3600"/>
            </a:lvl5pPr>
            <a:lvl6pPr lvl="5">
              <a:lnSpc>
                <a:spcPct val="90000"/>
              </a:lnSpc>
              <a:spcBef>
                <a:spcPts val="0"/>
              </a:spcBef>
              <a:spcAft>
                <a:spcPts val="0"/>
              </a:spcAft>
              <a:buNone/>
              <a:defRPr sz="3600"/>
            </a:lvl6pPr>
            <a:lvl7pPr lvl="6">
              <a:lnSpc>
                <a:spcPct val="90000"/>
              </a:lnSpc>
              <a:spcBef>
                <a:spcPts val="0"/>
              </a:spcBef>
              <a:spcAft>
                <a:spcPts val="0"/>
              </a:spcAft>
              <a:buNone/>
              <a:defRPr sz="3600"/>
            </a:lvl7pPr>
            <a:lvl8pPr lvl="7">
              <a:lnSpc>
                <a:spcPct val="90000"/>
              </a:lnSpc>
              <a:spcBef>
                <a:spcPts val="0"/>
              </a:spcBef>
              <a:spcAft>
                <a:spcPts val="0"/>
              </a:spcAft>
              <a:buNone/>
              <a:defRPr sz="3600"/>
            </a:lvl8pPr>
            <a:lvl9pPr lvl="8">
              <a:lnSpc>
                <a:spcPct val="90000"/>
              </a:lnSpc>
              <a:spcBef>
                <a:spcPts val="0"/>
              </a:spcBef>
              <a:spcAft>
                <a:spcPts val="0"/>
              </a:spcAft>
              <a:buNone/>
              <a:defRPr sz="3600"/>
            </a:lvl9pPr>
          </a:lstStyle>
          <a:p/>
        </p:txBody>
      </p:sp>
      <p:sp>
        <p:nvSpPr>
          <p:cNvPr id="334" name="Google Shape;334;p3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35" name="Google Shape;335;p30"/>
          <p:cNvSpPr txBox="1"/>
          <p:nvPr>
            <p:ph idx="36"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otlight - Alt 2">
  <p:cSld name="CUSTOM_7_1">
    <p:bg>
      <p:bgPr>
        <a:solidFill>
          <a:schemeClr val="accent2"/>
        </a:solidFill>
      </p:bgPr>
    </p:bg>
    <p:spTree>
      <p:nvGrpSpPr>
        <p:cNvPr id="336" name="Shape 336"/>
        <p:cNvGrpSpPr/>
        <p:nvPr/>
      </p:nvGrpSpPr>
      <p:grpSpPr>
        <a:xfrm>
          <a:off x="0" y="0"/>
          <a:ext cx="0" cy="0"/>
          <a:chOff x="0" y="0"/>
          <a:chExt cx="0" cy="0"/>
        </a:xfrm>
      </p:grpSpPr>
      <p:sp>
        <p:nvSpPr>
          <p:cNvPr id="337" name="Google Shape;337;p31"/>
          <p:cNvSpPr/>
          <p:nvPr/>
        </p:nvSpPr>
        <p:spPr>
          <a:xfrm>
            <a:off x="0" y="0"/>
            <a:ext cx="45675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338" name="Google Shape;338;p31"/>
          <p:cNvSpPr txBox="1"/>
          <p:nvPr>
            <p:ph type="title"/>
          </p:nvPr>
        </p:nvSpPr>
        <p:spPr>
          <a:xfrm>
            <a:off x="4975925" y="989088"/>
            <a:ext cx="37836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sz="3600"/>
            </a:lvl2pPr>
            <a:lvl3pPr lvl="2">
              <a:lnSpc>
                <a:spcPct val="90000"/>
              </a:lnSpc>
              <a:spcBef>
                <a:spcPts val="0"/>
              </a:spcBef>
              <a:spcAft>
                <a:spcPts val="0"/>
              </a:spcAft>
              <a:buNone/>
              <a:defRPr sz="3600"/>
            </a:lvl3pPr>
            <a:lvl4pPr lvl="3">
              <a:lnSpc>
                <a:spcPct val="90000"/>
              </a:lnSpc>
              <a:spcBef>
                <a:spcPts val="0"/>
              </a:spcBef>
              <a:spcAft>
                <a:spcPts val="0"/>
              </a:spcAft>
              <a:buNone/>
              <a:defRPr sz="3600"/>
            </a:lvl4pPr>
            <a:lvl5pPr lvl="4">
              <a:lnSpc>
                <a:spcPct val="90000"/>
              </a:lnSpc>
              <a:spcBef>
                <a:spcPts val="0"/>
              </a:spcBef>
              <a:spcAft>
                <a:spcPts val="0"/>
              </a:spcAft>
              <a:buNone/>
              <a:defRPr sz="3600"/>
            </a:lvl5pPr>
            <a:lvl6pPr lvl="5">
              <a:lnSpc>
                <a:spcPct val="90000"/>
              </a:lnSpc>
              <a:spcBef>
                <a:spcPts val="0"/>
              </a:spcBef>
              <a:spcAft>
                <a:spcPts val="0"/>
              </a:spcAft>
              <a:buNone/>
              <a:defRPr sz="3600"/>
            </a:lvl6pPr>
            <a:lvl7pPr lvl="6">
              <a:lnSpc>
                <a:spcPct val="90000"/>
              </a:lnSpc>
              <a:spcBef>
                <a:spcPts val="0"/>
              </a:spcBef>
              <a:spcAft>
                <a:spcPts val="0"/>
              </a:spcAft>
              <a:buNone/>
              <a:defRPr sz="3600"/>
            </a:lvl7pPr>
            <a:lvl8pPr lvl="7">
              <a:lnSpc>
                <a:spcPct val="90000"/>
              </a:lnSpc>
              <a:spcBef>
                <a:spcPts val="0"/>
              </a:spcBef>
              <a:spcAft>
                <a:spcPts val="0"/>
              </a:spcAft>
              <a:buNone/>
              <a:defRPr sz="3600"/>
            </a:lvl8pPr>
            <a:lvl9pPr lvl="8">
              <a:lnSpc>
                <a:spcPct val="90000"/>
              </a:lnSpc>
              <a:spcBef>
                <a:spcPts val="0"/>
              </a:spcBef>
              <a:spcAft>
                <a:spcPts val="0"/>
              </a:spcAft>
              <a:buNone/>
              <a:defRPr sz="3600"/>
            </a:lvl9pPr>
          </a:lstStyle>
          <a:p/>
        </p:txBody>
      </p:sp>
      <p:sp>
        <p:nvSpPr>
          <p:cNvPr id="339" name="Google Shape;339;p31"/>
          <p:cNvSpPr/>
          <p:nvPr>
            <p:ph idx="2" type="pic"/>
          </p:nvPr>
        </p:nvSpPr>
        <p:spPr>
          <a:xfrm flipH="1">
            <a:off x="953803" y="1066100"/>
            <a:ext cx="2664300" cy="3002700"/>
          </a:xfrm>
          <a:prstGeom prst="rect">
            <a:avLst/>
          </a:prstGeom>
          <a:noFill/>
          <a:ln>
            <a:noFill/>
          </a:ln>
        </p:spPr>
      </p:sp>
      <p:sp>
        <p:nvSpPr>
          <p:cNvPr id="340" name="Google Shape;340;p31"/>
          <p:cNvSpPr txBox="1"/>
          <p:nvPr>
            <p:ph idx="1" type="body"/>
          </p:nvPr>
        </p:nvSpPr>
        <p:spPr>
          <a:xfrm>
            <a:off x="4975925" y="4125662"/>
            <a:ext cx="3783600" cy="461700"/>
          </a:xfrm>
          <a:prstGeom prst="rect">
            <a:avLst/>
          </a:prstGeom>
          <a:noFill/>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41" name="Google Shape;341;p3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42" name="Google Shape;342;p31"/>
          <p:cNvSpPr txBox="1"/>
          <p:nvPr>
            <p:ph idx="3" type="body"/>
          </p:nvPr>
        </p:nvSpPr>
        <p:spPr>
          <a:xfrm>
            <a:off x="4975925" y="1943891"/>
            <a:ext cx="3783600" cy="1243200"/>
          </a:xfrm>
          <a:prstGeom prst="rect">
            <a:avLst/>
          </a:prstGeom>
          <a:noFill/>
        </p:spPr>
        <p:txBody>
          <a:bodyPr anchorCtr="0" anchor="t" bIns="0" lIns="0" spcFirstLastPara="1" rIns="0" wrap="square" tIns="0">
            <a:noAutofit/>
          </a:bodyPr>
          <a:lstStyle>
            <a:lvl1pPr indent="-330200" lvl="0" marL="457200">
              <a:spcBef>
                <a:spcPts val="0"/>
              </a:spcBef>
              <a:spcAft>
                <a:spcPts val="0"/>
              </a:spcAft>
              <a:buClr>
                <a:schemeClr val="lt1"/>
              </a:buClr>
              <a:buSzPts val="1600"/>
              <a:buFont typeface="Newsreader"/>
              <a:buChar char="●"/>
              <a:defRPr sz="1600">
                <a:latin typeface="Newsreader"/>
                <a:ea typeface="Newsreader"/>
                <a:cs typeface="Newsreader"/>
                <a:sym typeface="Newsreader"/>
              </a:defRPr>
            </a:lvl1pPr>
            <a:lvl2pPr indent="-330200" lvl="1" marL="914400">
              <a:spcBef>
                <a:spcPts val="0"/>
              </a:spcBef>
              <a:spcAft>
                <a:spcPts val="0"/>
              </a:spcAft>
              <a:buClr>
                <a:schemeClr val="lt1"/>
              </a:buClr>
              <a:buSzPts val="1600"/>
              <a:buFont typeface="Newsreader"/>
              <a:buChar char="○"/>
              <a:defRPr sz="1600">
                <a:latin typeface="Newsreader"/>
                <a:ea typeface="Newsreader"/>
                <a:cs typeface="Newsreader"/>
                <a:sym typeface="Newsreader"/>
              </a:defRPr>
            </a:lvl2pPr>
            <a:lvl3pPr indent="-330200" lvl="2" marL="1371600">
              <a:spcBef>
                <a:spcPts val="0"/>
              </a:spcBef>
              <a:spcAft>
                <a:spcPts val="0"/>
              </a:spcAft>
              <a:buClr>
                <a:schemeClr val="lt1"/>
              </a:buClr>
              <a:buSzPts val="1600"/>
              <a:buFont typeface="Newsreader"/>
              <a:buChar char="■"/>
              <a:defRPr sz="1600">
                <a:latin typeface="Newsreader"/>
                <a:ea typeface="Newsreader"/>
                <a:cs typeface="Newsreader"/>
                <a:sym typeface="Newsreader"/>
              </a:defRPr>
            </a:lvl3pPr>
            <a:lvl4pPr indent="-330200" lvl="3" marL="1828800">
              <a:spcBef>
                <a:spcPts val="0"/>
              </a:spcBef>
              <a:spcAft>
                <a:spcPts val="0"/>
              </a:spcAft>
              <a:buClr>
                <a:schemeClr val="lt1"/>
              </a:buClr>
              <a:buSzPts val="1600"/>
              <a:buFont typeface="Newsreader"/>
              <a:buChar char="●"/>
              <a:defRPr sz="1600">
                <a:latin typeface="Newsreader"/>
                <a:ea typeface="Newsreader"/>
                <a:cs typeface="Newsreader"/>
                <a:sym typeface="Newsreader"/>
              </a:defRPr>
            </a:lvl4pPr>
            <a:lvl5pPr indent="-330200" lvl="4" marL="2286000">
              <a:spcBef>
                <a:spcPts val="0"/>
              </a:spcBef>
              <a:spcAft>
                <a:spcPts val="0"/>
              </a:spcAft>
              <a:buClr>
                <a:schemeClr val="lt1"/>
              </a:buClr>
              <a:buSzPts val="1600"/>
              <a:buFont typeface="Newsreader"/>
              <a:buChar char="○"/>
              <a:defRPr sz="1600">
                <a:latin typeface="Newsreader"/>
                <a:ea typeface="Newsreader"/>
                <a:cs typeface="Newsreader"/>
                <a:sym typeface="Newsreader"/>
              </a:defRPr>
            </a:lvl5pPr>
            <a:lvl6pPr indent="-330200" lvl="5" marL="2743200">
              <a:spcBef>
                <a:spcPts val="0"/>
              </a:spcBef>
              <a:spcAft>
                <a:spcPts val="0"/>
              </a:spcAft>
              <a:buClr>
                <a:schemeClr val="lt1"/>
              </a:buClr>
              <a:buSzPts val="1600"/>
              <a:buFont typeface="Newsreader"/>
              <a:buChar char="■"/>
              <a:defRPr sz="1600">
                <a:latin typeface="Newsreader"/>
                <a:ea typeface="Newsreader"/>
                <a:cs typeface="Newsreader"/>
                <a:sym typeface="Newsreader"/>
              </a:defRPr>
            </a:lvl6pPr>
            <a:lvl7pPr indent="-330200" lvl="6" marL="3200400">
              <a:spcBef>
                <a:spcPts val="0"/>
              </a:spcBef>
              <a:spcAft>
                <a:spcPts val="0"/>
              </a:spcAft>
              <a:buClr>
                <a:schemeClr val="lt1"/>
              </a:buClr>
              <a:buSzPts val="1600"/>
              <a:buFont typeface="Newsreader"/>
              <a:buChar char="●"/>
              <a:defRPr sz="1600">
                <a:latin typeface="Newsreader"/>
                <a:ea typeface="Newsreader"/>
                <a:cs typeface="Newsreader"/>
                <a:sym typeface="Newsreader"/>
              </a:defRPr>
            </a:lvl7pPr>
            <a:lvl8pPr indent="-330200" lvl="7" marL="3657600">
              <a:spcBef>
                <a:spcPts val="0"/>
              </a:spcBef>
              <a:spcAft>
                <a:spcPts val="0"/>
              </a:spcAft>
              <a:buClr>
                <a:schemeClr val="lt1"/>
              </a:buClr>
              <a:buSzPts val="1600"/>
              <a:buFont typeface="Newsreader"/>
              <a:buChar char="○"/>
              <a:defRPr sz="1600">
                <a:latin typeface="Newsreader"/>
                <a:ea typeface="Newsreader"/>
                <a:cs typeface="Newsreader"/>
                <a:sym typeface="Newsreader"/>
              </a:defRPr>
            </a:lvl8pPr>
            <a:lvl9pPr indent="-330200" lvl="8" marL="4114800">
              <a:spcBef>
                <a:spcPts val="0"/>
              </a:spcBef>
              <a:spcAft>
                <a:spcPts val="0"/>
              </a:spcAft>
              <a:buClr>
                <a:schemeClr val="lt1"/>
              </a:buClr>
              <a:buSzPts val="1600"/>
              <a:buFont typeface="Newsreader"/>
              <a:buChar char="■"/>
              <a:defRPr sz="1600">
                <a:latin typeface="Newsreader"/>
                <a:ea typeface="Newsreader"/>
                <a:cs typeface="Newsreader"/>
                <a:sym typeface="Newsreader"/>
              </a:defRPr>
            </a:lvl9pPr>
          </a:lstStyle>
          <a:p/>
        </p:txBody>
      </p:sp>
      <p:sp>
        <p:nvSpPr>
          <p:cNvPr id="343" name="Google Shape;343;p31"/>
          <p:cNvSpPr txBox="1"/>
          <p:nvPr>
            <p:ph idx="4" type="subTitle"/>
          </p:nvPr>
        </p:nvSpPr>
        <p:spPr>
          <a:xfrm>
            <a:off x="4975925" y="732775"/>
            <a:ext cx="37836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344" name="Google Shape;344;p31"/>
          <p:cNvSpPr txBox="1"/>
          <p:nvPr>
            <p:ph idx="5" type="subTitle"/>
          </p:nvPr>
        </p:nvSpPr>
        <p:spPr>
          <a:xfrm>
            <a:off x="4975925" y="1647132"/>
            <a:ext cx="3783600" cy="138600"/>
          </a:xfrm>
          <a:prstGeom prst="rect">
            <a:avLst/>
          </a:prstGeom>
        </p:spPr>
        <p:txBody>
          <a:bodyPr anchorCtr="0" anchor="t" bIns="0" lIns="0" spcFirstLastPara="1" rIns="0" wrap="square" tIns="0">
            <a:noAutofit/>
          </a:bodyPr>
          <a:lstStyle>
            <a:lvl1pPr lvl="0">
              <a:spcBef>
                <a:spcPts val="0"/>
              </a:spcBef>
              <a:spcAft>
                <a:spcPts val="0"/>
              </a:spcAft>
              <a:buSzPts val="900"/>
              <a:buNone/>
              <a:defRPr sz="900"/>
            </a:lvl1pPr>
            <a:lvl2pPr lvl="1">
              <a:spcBef>
                <a:spcPts val="0"/>
              </a:spcBef>
              <a:spcAft>
                <a:spcPts val="0"/>
              </a:spcAft>
              <a:buSzPts val="900"/>
              <a:buNone/>
              <a:defRPr sz="900"/>
            </a:lvl2pPr>
            <a:lvl3pPr lvl="2">
              <a:spcBef>
                <a:spcPts val="0"/>
              </a:spcBef>
              <a:spcAft>
                <a:spcPts val="0"/>
              </a:spcAft>
              <a:buSzPts val="900"/>
              <a:buNone/>
              <a:defRPr sz="900"/>
            </a:lvl3pPr>
            <a:lvl4pPr lvl="3">
              <a:spcBef>
                <a:spcPts val="0"/>
              </a:spcBef>
              <a:spcAft>
                <a:spcPts val="0"/>
              </a:spcAft>
              <a:buSzPts val="900"/>
              <a:buNone/>
              <a:defRPr sz="900"/>
            </a:lvl4pPr>
            <a:lvl5pPr lvl="4">
              <a:spcBef>
                <a:spcPts val="0"/>
              </a:spcBef>
              <a:spcAft>
                <a:spcPts val="0"/>
              </a:spcAft>
              <a:buSzPts val="900"/>
              <a:buNone/>
              <a:defRPr sz="900"/>
            </a:lvl5pPr>
            <a:lvl6pPr lvl="5">
              <a:spcBef>
                <a:spcPts val="0"/>
              </a:spcBef>
              <a:spcAft>
                <a:spcPts val="0"/>
              </a:spcAft>
              <a:buSzPts val="900"/>
              <a:buNone/>
              <a:defRPr sz="900"/>
            </a:lvl6pPr>
            <a:lvl7pPr lvl="6">
              <a:spcBef>
                <a:spcPts val="0"/>
              </a:spcBef>
              <a:spcAft>
                <a:spcPts val="0"/>
              </a:spcAft>
              <a:buSzPts val="900"/>
              <a:buNone/>
              <a:defRPr sz="900"/>
            </a:lvl7pPr>
            <a:lvl8pPr lvl="7">
              <a:spcBef>
                <a:spcPts val="0"/>
              </a:spcBef>
              <a:spcAft>
                <a:spcPts val="0"/>
              </a:spcAft>
              <a:buSzPts val="900"/>
              <a:buNone/>
              <a:defRPr sz="900"/>
            </a:lvl8pPr>
            <a:lvl9pPr lvl="8">
              <a:spcBef>
                <a:spcPts val="0"/>
              </a:spcBef>
              <a:spcAft>
                <a:spcPts val="0"/>
              </a:spcAft>
              <a:buSzPts val="900"/>
              <a:buNone/>
              <a:defRPr sz="900"/>
            </a:lvl9pPr>
          </a:lstStyle>
          <a:p/>
        </p:txBody>
      </p:sp>
      <p:sp>
        <p:nvSpPr>
          <p:cNvPr id="345" name="Google Shape;345;p31"/>
          <p:cNvSpPr txBox="1"/>
          <p:nvPr>
            <p:ph idx="6"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r chart background">
  <p:cSld name="CUSTOM_8">
    <p:spTree>
      <p:nvGrpSpPr>
        <p:cNvPr id="346" name="Shape 346"/>
        <p:cNvGrpSpPr/>
        <p:nvPr/>
      </p:nvGrpSpPr>
      <p:grpSpPr>
        <a:xfrm>
          <a:off x="0" y="0"/>
          <a:ext cx="0" cy="0"/>
          <a:chOff x="0" y="0"/>
          <a:chExt cx="0" cy="0"/>
        </a:xfrm>
      </p:grpSpPr>
      <p:grpSp>
        <p:nvGrpSpPr>
          <p:cNvPr id="347" name="Google Shape;347;p32"/>
          <p:cNvGrpSpPr/>
          <p:nvPr/>
        </p:nvGrpSpPr>
        <p:grpSpPr>
          <a:xfrm>
            <a:off x="49" y="514398"/>
            <a:ext cx="9144297" cy="4115162"/>
            <a:chOff x="-18500" y="514395"/>
            <a:chExt cx="9219900" cy="4115162"/>
          </a:xfrm>
        </p:grpSpPr>
        <p:cxnSp>
          <p:nvCxnSpPr>
            <p:cNvPr id="348" name="Google Shape;348;p32"/>
            <p:cNvCxnSpPr/>
            <p:nvPr/>
          </p:nvCxnSpPr>
          <p:spPr>
            <a:xfrm>
              <a:off x="-18500" y="1028790"/>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49" name="Google Shape;349;p32"/>
            <p:cNvCxnSpPr/>
            <p:nvPr/>
          </p:nvCxnSpPr>
          <p:spPr>
            <a:xfrm>
              <a:off x="-18500" y="4629557"/>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0" name="Google Shape;350;p32"/>
            <p:cNvCxnSpPr/>
            <p:nvPr/>
          </p:nvCxnSpPr>
          <p:spPr>
            <a:xfrm>
              <a:off x="-18500" y="4115162"/>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1" name="Google Shape;351;p32"/>
            <p:cNvCxnSpPr/>
            <p:nvPr/>
          </p:nvCxnSpPr>
          <p:spPr>
            <a:xfrm>
              <a:off x="-18500" y="3600767"/>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2" name="Google Shape;352;p32"/>
            <p:cNvCxnSpPr/>
            <p:nvPr/>
          </p:nvCxnSpPr>
          <p:spPr>
            <a:xfrm>
              <a:off x="-18500" y="3086371"/>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3" name="Google Shape;353;p32"/>
            <p:cNvCxnSpPr/>
            <p:nvPr/>
          </p:nvCxnSpPr>
          <p:spPr>
            <a:xfrm>
              <a:off x="-18500" y="2571976"/>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4" name="Google Shape;354;p32"/>
            <p:cNvCxnSpPr/>
            <p:nvPr/>
          </p:nvCxnSpPr>
          <p:spPr>
            <a:xfrm>
              <a:off x="-18500" y="2057581"/>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5" name="Google Shape;355;p32"/>
            <p:cNvCxnSpPr/>
            <p:nvPr/>
          </p:nvCxnSpPr>
          <p:spPr>
            <a:xfrm>
              <a:off x="-18500" y="1543186"/>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6" name="Google Shape;356;p32"/>
            <p:cNvCxnSpPr/>
            <p:nvPr/>
          </p:nvCxnSpPr>
          <p:spPr>
            <a:xfrm>
              <a:off x="-18500" y="514395"/>
              <a:ext cx="9219900" cy="0"/>
            </a:xfrm>
            <a:prstGeom prst="straightConnector1">
              <a:avLst/>
            </a:prstGeom>
            <a:noFill/>
            <a:ln cap="flat" cmpd="sng" w="9525">
              <a:solidFill>
                <a:schemeClr val="accent6"/>
              </a:solidFill>
              <a:prstDash val="solid"/>
              <a:round/>
              <a:headEnd len="med" w="med" type="none"/>
              <a:tailEnd len="med" w="med" type="none"/>
            </a:ln>
          </p:spPr>
        </p:cxnSp>
      </p:grpSp>
      <p:sp>
        <p:nvSpPr>
          <p:cNvPr id="357" name="Google Shape;357;p3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58" name="Google Shape;358;p32"/>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9" name="Google Shape;359;p32"/>
          <p:cNvSpPr txBox="1"/>
          <p:nvPr>
            <p:ph idx="2"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p:cSld name="CUSTOM_8_1">
    <p:bg>
      <p:bgPr>
        <a:solidFill>
          <a:schemeClr val="accent2"/>
        </a:solidFill>
      </p:bgPr>
    </p:bg>
    <p:spTree>
      <p:nvGrpSpPr>
        <p:cNvPr id="360" name="Shape 360"/>
        <p:cNvGrpSpPr/>
        <p:nvPr/>
      </p:nvGrpSpPr>
      <p:grpSpPr>
        <a:xfrm>
          <a:off x="0" y="0"/>
          <a:ext cx="0" cy="0"/>
          <a:chOff x="0" y="0"/>
          <a:chExt cx="0" cy="0"/>
        </a:xfrm>
      </p:grpSpPr>
      <p:sp>
        <p:nvSpPr>
          <p:cNvPr id="361" name="Google Shape;361;p33"/>
          <p:cNvSpPr/>
          <p:nvPr/>
        </p:nvSpPr>
        <p:spPr>
          <a:xfrm>
            <a:off x="50" y="-300"/>
            <a:ext cx="67089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62" name="Google Shape;362;p33"/>
          <p:cNvSpPr txBox="1"/>
          <p:nvPr>
            <p:ph type="title"/>
          </p:nvPr>
        </p:nvSpPr>
        <p:spPr>
          <a:xfrm>
            <a:off x="451472" y="2024100"/>
            <a:ext cx="4163100" cy="13725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4200">
                <a:solidFill>
                  <a:schemeClr val="dk1"/>
                </a:solidFill>
              </a:defRPr>
            </a:lvl1pPr>
            <a:lvl2pPr lvl="1">
              <a:lnSpc>
                <a:spcPct val="90000"/>
              </a:lnSpc>
              <a:spcBef>
                <a:spcPts val="0"/>
              </a:spcBef>
              <a:spcAft>
                <a:spcPts val="0"/>
              </a:spcAft>
              <a:buNone/>
              <a:defRPr sz="4200">
                <a:solidFill>
                  <a:schemeClr val="dk1"/>
                </a:solidFill>
              </a:defRPr>
            </a:lvl2pPr>
            <a:lvl3pPr lvl="2">
              <a:lnSpc>
                <a:spcPct val="90000"/>
              </a:lnSpc>
              <a:spcBef>
                <a:spcPts val="0"/>
              </a:spcBef>
              <a:spcAft>
                <a:spcPts val="0"/>
              </a:spcAft>
              <a:buNone/>
              <a:defRPr sz="4200">
                <a:solidFill>
                  <a:schemeClr val="dk1"/>
                </a:solidFill>
              </a:defRPr>
            </a:lvl3pPr>
            <a:lvl4pPr lvl="3">
              <a:lnSpc>
                <a:spcPct val="90000"/>
              </a:lnSpc>
              <a:spcBef>
                <a:spcPts val="0"/>
              </a:spcBef>
              <a:spcAft>
                <a:spcPts val="0"/>
              </a:spcAft>
              <a:buNone/>
              <a:defRPr sz="4200">
                <a:solidFill>
                  <a:schemeClr val="dk1"/>
                </a:solidFill>
              </a:defRPr>
            </a:lvl4pPr>
            <a:lvl5pPr lvl="4">
              <a:lnSpc>
                <a:spcPct val="90000"/>
              </a:lnSpc>
              <a:spcBef>
                <a:spcPts val="0"/>
              </a:spcBef>
              <a:spcAft>
                <a:spcPts val="0"/>
              </a:spcAft>
              <a:buNone/>
              <a:defRPr sz="4200">
                <a:solidFill>
                  <a:schemeClr val="dk1"/>
                </a:solidFill>
              </a:defRPr>
            </a:lvl5pPr>
            <a:lvl6pPr lvl="5">
              <a:lnSpc>
                <a:spcPct val="90000"/>
              </a:lnSpc>
              <a:spcBef>
                <a:spcPts val="0"/>
              </a:spcBef>
              <a:spcAft>
                <a:spcPts val="0"/>
              </a:spcAft>
              <a:buNone/>
              <a:defRPr sz="4200">
                <a:solidFill>
                  <a:schemeClr val="dk1"/>
                </a:solidFill>
              </a:defRPr>
            </a:lvl6pPr>
            <a:lvl7pPr lvl="6">
              <a:lnSpc>
                <a:spcPct val="90000"/>
              </a:lnSpc>
              <a:spcBef>
                <a:spcPts val="0"/>
              </a:spcBef>
              <a:spcAft>
                <a:spcPts val="0"/>
              </a:spcAft>
              <a:buNone/>
              <a:defRPr sz="4200">
                <a:solidFill>
                  <a:schemeClr val="dk1"/>
                </a:solidFill>
              </a:defRPr>
            </a:lvl7pPr>
            <a:lvl8pPr lvl="7">
              <a:lnSpc>
                <a:spcPct val="90000"/>
              </a:lnSpc>
              <a:spcBef>
                <a:spcPts val="0"/>
              </a:spcBef>
              <a:spcAft>
                <a:spcPts val="0"/>
              </a:spcAft>
              <a:buNone/>
              <a:defRPr sz="4200">
                <a:solidFill>
                  <a:schemeClr val="dk1"/>
                </a:solidFill>
              </a:defRPr>
            </a:lvl8pPr>
            <a:lvl9pPr lvl="8">
              <a:lnSpc>
                <a:spcPct val="90000"/>
              </a:lnSpc>
              <a:spcBef>
                <a:spcPts val="0"/>
              </a:spcBef>
              <a:spcAft>
                <a:spcPts val="0"/>
              </a:spcAft>
              <a:buNone/>
              <a:defRPr sz="4200">
                <a:solidFill>
                  <a:schemeClr val="dk1"/>
                </a:solidFill>
              </a:defRPr>
            </a:lvl9pPr>
          </a:lstStyle>
          <a:p/>
        </p:txBody>
      </p:sp>
      <p:sp>
        <p:nvSpPr>
          <p:cNvPr id="363" name="Google Shape;363;p33"/>
          <p:cNvSpPr txBox="1"/>
          <p:nvPr>
            <p:ph idx="1" type="subTitle"/>
          </p:nvPr>
        </p:nvSpPr>
        <p:spPr>
          <a:xfrm>
            <a:off x="451475" y="3776250"/>
            <a:ext cx="4163100" cy="426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1pPr>
            <a:lvl2pPr lvl="1">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2pPr>
            <a:lvl3pPr lvl="2">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3pPr>
            <a:lvl4pPr lvl="3">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4pPr>
            <a:lvl5pPr lvl="4">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5pPr>
            <a:lvl6pPr lvl="5">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6pPr>
            <a:lvl7pPr lvl="6">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7pPr>
            <a:lvl8pPr lvl="7">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8pPr>
            <a:lvl9pPr lvl="8">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64" name="Shape 364"/>
        <p:cNvGrpSpPr/>
        <p:nvPr/>
      </p:nvGrpSpPr>
      <p:grpSpPr>
        <a:xfrm>
          <a:off x="0" y="0"/>
          <a:ext cx="0" cy="0"/>
          <a:chOff x="0" y="0"/>
          <a:chExt cx="0" cy="0"/>
        </a:xfrm>
      </p:grpSpPr>
      <p:sp>
        <p:nvSpPr>
          <p:cNvPr id="365" name="Google Shape;365;p3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66" name="Google Shape;366;p3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67" name="Shape 367"/>
        <p:cNvGrpSpPr/>
        <p:nvPr/>
      </p:nvGrpSpPr>
      <p:grpSpPr>
        <a:xfrm>
          <a:off x="0" y="0"/>
          <a:ext cx="0" cy="0"/>
          <a:chOff x="0" y="0"/>
          <a:chExt cx="0" cy="0"/>
        </a:xfrm>
      </p:grpSpPr>
      <p:sp>
        <p:nvSpPr>
          <p:cNvPr id="368" name="Google Shape;368;p3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69" name="Shape 369"/>
        <p:cNvGrpSpPr/>
        <p:nvPr/>
      </p:nvGrpSpPr>
      <p:grpSpPr>
        <a:xfrm>
          <a:off x="0" y="0"/>
          <a:ext cx="0" cy="0"/>
          <a:chOff x="0" y="0"/>
          <a:chExt cx="0" cy="0"/>
        </a:xfrm>
      </p:grpSpPr>
      <p:sp>
        <p:nvSpPr>
          <p:cNvPr id="370" name="Google Shape;370;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1" name="Google Shape;371;p3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72" name="Shape 372"/>
        <p:cNvGrpSpPr/>
        <p:nvPr/>
      </p:nvGrpSpPr>
      <p:grpSpPr>
        <a:xfrm>
          <a:off x="0" y="0"/>
          <a:ext cx="0" cy="0"/>
          <a:chOff x="0" y="0"/>
          <a:chExt cx="0" cy="0"/>
        </a:xfrm>
      </p:grpSpPr>
      <p:sp>
        <p:nvSpPr>
          <p:cNvPr id="373" name="Google Shape;373;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4" name="Google Shape;374;p3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5" name="Google Shape;375;p37"/>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76" name="Shape 376"/>
        <p:cNvGrpSpPr/>
        <p:nvPr/>
      </p:nvGrpSpPr>
      <p:grpSpPr>
        <a:xfrm>
          <a:off x="0" y="0"/>
          <a:ext cx="0" cy="0"/>
          <a:chOff x="0" y="0"/>
          <a:chExt cx="0" cy="0"/>
        </a:xfrm>
      </p:grpSpPr>
      <p:sp>
        <p:nvSpPr>
          <p:cNvPr id="377" name="Google Shape;377;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78" name="Shape 378"/>
        <p:cNvGrpSpPr/>
        <p:nvPr/>
      </p:nvGrpSpPr>
      <p:grpSpPr>
        <a:xfrm>
          <a:off x="0" y="0"/>
          <a:ext cx="0" cy="0"/>
          <a:chOff x="0" y="0"/>
          <a:chExt cx="0" cy="0"/>
        </a:xfrm>
      </p:grpSpPr>
      <p:sp>
        <p:nvSpPr>
          <p:cNvPr id="379" name="Google Shape;379;p3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80" name="Google Shape;380;p3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81" name="Shape 381"/>
        <p:cNvGrpSpPr/>
        <p:nvPr/>
      </p:nvGrpSpPr>
      <p:grpSpPr>
        <a:xfrm>
          <a:off x="0" y="0"/>
          <a:ext cx="0" cy="0"/>
          <a:chOff x="0" y="0"/>
          <a:chExt cx="0" cy="0"/>
        </a:xfrm>
      </p:grpSpPr>
      <p:sp>
        <p:nvSpPr>
          <p:cNvPr id="382" name="Google Shape;382;p4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83" name="Shape 383"/>
        <p:cNvGrpSpPr/>
        <p:nvPr/>
      </p:nvGrpSpPr>
      <p:grpSpPr>
        <a:xfrm>
          <a:off x="0" y="0"/>
          <a:ext cx="0" cy="0"/>
          <a:chOff x="0" y="0"/>
          <a:chExt cx="0" cy="0"/>
        </a:xfrm>
      </p:grpSpPr>
      <p:sp>
        <p:nvSpPr>
          <p:cNvPr id="384" name="Google Shape;384;p4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5" name="Google Shape;385;p4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86" name="Google Shape;386;p4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87" name="Shape 387"/>
        <p:cNvGrpSpPr/>
        <p:nvPr/>
      </p:nvGrpSpPr>
      <p:grpSpPr>
        <a:xfrm>
          <a:off x="0" y="0"/>
          <a:ext cx="0" cy="0"/>
          <a:chOff x="0" y="0"/>
          <a:chExt cx="0" cy="0"/>
        </a:xfrm>
      </p:grpSpPr>
      <p:sp>
        <p:nvSpPr>
          <p:cNvPr id="388" name="Google Shape;388;p4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89" name="Shape 389"/>
        <p:cNvGrpSpPr/>
        <p:nvPr/>
      </p:nvGrpSpPr>
      <p:grpSpPr>
        <a:xfrm>
          <a:off x="0" y="0"/>
          <a:ext cx="0" cy="0"/>
          <a:chOff x="0" y="0"/>
          <a:chExt cx="0" cy="0"/>
        </a:xfrm>
      </p:grpSpPr>
      <p:sp>
        <p:nvSpPr>
          <p:cNvPr id="390" name="Google Shape;390;p4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91" name="Google Shape;391;p4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92" name="Shape 392"/>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93" name="Shape 393"/>
        <p:cNvGrpSpPr/>
        <p:nvPr/>
      </p:nvGrpSpPr>
      <p:grpSpPr>
        <a:xfrm>
          <a:off x="0" y="0"/>
          <a:ext cx="0" cy="0"/>
          <a:chOff x="0" y="0"/>
          <a:chExt cx="0" cy="0"/>
        </a:xfrm>
      </p:grpSpPr>
      <p:sp>
        <p:nvSpPr>
          <p:cNvPr id="394" name="Google Shape;394;p45"/>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5" name="Google Shape;395;p45"/>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6" name="Google Shape;396;p45"/>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7" name="Google Shape;397;p45"/>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8" name="Google Shape;398;p45"/>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9" name="Google Shape;399;p45"/>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00" name="Google Shape;400;p45"/>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01" name="Shape 401"/>
        <p:cNvGrpSpPr/>
        <p:nvPr/>
      </p:nvGrpSpPr>
      <p:grpSpPr>
        <a:xfrm>
          <a:off x="0" y="0"/>
          <a:ext cx="0" cy="0"/>
          <a:chOff x="0" y="0"/>
          <a:chExt cx="0" cy="0"/>
        </a:xfrm>
      </p:grpSpPr>
      <p:sp>
        <p:nvSpPr>
          <p:cNvPr id="402" name="Google Shape;402;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3" name="Google Shape;403;p46"/>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04" name="Google Shape;404;p46"/>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05" name="Shape 405"/>
        <p:cNvGrpSpPr/>
        <p:nvPr/>
      </p:nvGrpSpPr>
      <p:grpSpPr>
        <a:xfrm>
          <a:off x="0" y="0"/>
          <a:ext cx="0" cy="0"/>
          <a:chOff x="0" y="0"/>
          <a:chExt cx="0" cy="0"/>
        </a:xfrm>
      </p:grpSpPr>
      <p:sp>
        <p:nvSpPr>
          <p:cNvPr id="406" name="Google Shape;406;p47"/>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07" name="Google Shape;407;p47"/>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08" name="Google Shape;408;p47"/>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9" name="Google Shape;409;p47"/>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0" name="Google Shape;410;p47"/>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11" name="Shape 411"/>
        <p:cNvGrpSpPr/>
        <p:nvPr/>
      </p:nvGrpSpPr>
      <p:grpSpPr>
        <a:xfrm>
          <a:off x="0" y="0"/>
          <a:ext cx="0" cy="0"/>
          <a:chOff x="0" y="0"/>
          <a:chExt cx="0" cy="0"/>
        </a:xfrm>
      </p:grpSpPr>
      <p:sp>
        <p:nvSpPr>
          <p:cNvPr id="412" name="Google Shape;412;p48"/>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13" name="Google Shape;413;p48"/>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4" name="Google Shape;414;p48"/>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15" name="Google Shape;415;p48"/>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6" name="Google Shape;416;p48"/>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7" name="Google Shape;417;p48"/>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8" name="Google Shape;418;p48"/>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19" name="Shape 419"/>
        <p:cNvGrpSpPr/>
        <p:nvPr/>
      </p:nvGrpSpPr>
      <p:grpSpPr>
        <a:xfrm>
          <a:off x="0" y="0"/>
          <a:ext cx="0" cy="0"/>
          <a:chOff x="0" y="0"/>
          <a:chExt cx="0" cy="0"/>
        </a:xfrm>
      </p:grpSpPr>
      <p:sp>
        <p:nvSpPr>
          <p:cNvPr id="420" name="Google Shape;420;p49"/>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21" name="Google Shape;421;p49"/>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2" name="Google Shape;422;p49"/>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3" name="Google Shape;423;p49"/>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4" name="Google Shape;424;p49"/>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25" name="Google Shape;425;p49"/>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6" name="Google Shape;426;p49"/>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7" name="Google Shape;427;p49"/>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8" name="Google Shape;428;p49"/>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29" name="Shape 429"/>
        <p:cNvGrpSpPr/>
        <p:nvPr/>
      </p:nvGrpSpPr>
      <p:grpSpPr>
        <a:xfrm>
          <a:off x="0" y="0"/>
          <a:ext cx="0" cy="0"/>
          <a:chOff x="0" y="0"/>
          <a:chExt cx="0" cy="0"/>
        </a:xfrm>
      </p:grpSpPr>
      <p:sp>
        <p:nvSpPr>
          <p:cNvPr id="430" name="Google Shape;430;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1" name="Google Shape;431;p5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32" name="Shape 432"/>
        <p:cNvGrpSpPr/>
        <p:nvPr/>
      </p:nvGrpSpPr>
      <p:grpSpPr>
        <a:xfrm>
          <a:off x="0" y="0"/>
          <a:ext cx="0" cy="0"/>
          <a:chOff x="0" y="0"/>
          <a:chExt cx="0" cy="0"/>
        </a:xfrm>
      </p:grpSpPr>
      <p:sp>
        <p:nvSpPr>
          <p:cNvPr id="433" name="Google Shape;433;p51"/>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34" name="Google Shape;434;p51"/>
          <p:cNvSpPr/>
          <p:nvPr>
            <p:ph idx="2" type="pic"/>
          </p:nvPr>
        </p:nvSpPr>
        <p:spPr>
          <a:xfrm>
            <a:off x="4804825" y="1133300"/>
            <a:ext cx="4027500" cy="2392800"/>
          </a:xfrm>
          <a:prstGeom prst="rect">
            <a:avLst/>
          </a:prstGeom>
          <a:noFill/>
          <a:ln>
            <a:noFill/>
          </a:ln>
        </p:spPr>
      </p:sp>
      <p:sp>
        <p:nvSpPr>
          <p:cNvPr id="435" name="Google Shape;435;p51"/>
          <p:cNvSpPr/>
          <p:nvPr>
            <p:ph idx="3" type="pic"/>
          </p:nvPr>
        </p:nvSpPr>
        <p:spPr>
          <a:xfrm>
            <a:off x="311725" y="1133300"/>
            <a:ext cx="4027500" cy="2392800"/>
          </a:xfrm>
          <a:prstGeom prst="rect">
            <a:avLst/>
          </a:prstGeom>
          <a:noFill/>
          <a:ln>
            <a:noFill/>
          </a:ln>
        </p:spPr>
      </p:sp>
      <p:sp>
        <p:nvSpPr>
          <p:cNvPr id="436" name="Google Shape;436;p51"/>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7" name="Google Shape;437;p5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8" name="Google Shape;438;p51"/>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39" name="Google Shape;439;p51"/>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40" name="Shape 440"/>
        <p:cNvGrpSpPr/>
        <p:nvPr/>
      </p:nvGrpSpPr>
      <p:grpSpPr>
        <a:xfrm>
          <a:off x="0" y="0"/>
          <a:ext cx="0" cy="0"/>
          <a:chOff x="0" y="0"/>
          <a:chExt cx="0" cy="0"/>
        </a:xfrm>
      </p:grpSpPr>
      <p:sp>
        <p:nvSpPr>
          <p:cNvPr id="441" name="Google Shape;441;p52"/>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42" name="Google Shape;442;p52"/>
          <p:cNvSpPr/>
          <p:nvPr>
            <p:ph idx="2" type="pic"/>
          </p:nvPr>
        </p:nvSpPr>
        <p:spPr>
          <a:xfrm>
            <a:off x="6205225" y="1128325"/>
            <a:ext cx="2627100" cy="2273100"/>
          </a:xfrm>
          <a:prstGeom prst="rect">
            <a:avLst/>
          </a:prstGeom>
          <a:noFill/>
          <a:ln>
            <a:noFill/>
          </a:ln>
        </p:spPr>
      </p:sp>
      <p:sp>
        <p:nvSpPr>
          <p:cNvPr id="443" name="Google Shape;443;p52"/>
          <p:cNvSpPr/>
          <p:nvPr>
            <p:ph idx="3" type="pic"/>
          </p:nvPr>
        </p:nvSpPr>
        <p:spPr>
          <a:xfrm>
            <a:off x="311725" y="1128325"/>
            <a:ext cx="2627100" cy="2273100"/>
          </a:xfrm>
          <a:prstGeom prst="rect">
            <a:avLst/>
          </a:prstGeom>
          <a:noFill/>
          <a:ln>
            <a:noFill/>
          </a:ln>
        </p:spPr>
      </p:sp>
      <p:sp>
        <p:nvSpPr>
          <p:cNvPr id="444" name="Google Shape;444;p52"/>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5" name="Google Shape;445;p52"/>
          <p:cNvSpPr/>
          <p:nvPr>
            <p:ph idx="5" type="pic"/>
          </p:nvPr>
        </p:nvSpPr>
        <p:spPr>
          <a:xfrm>
            <a:off x="3255250" y="1128325"/>
            <a:ext cx="2627100" cy="2273100"/>
          </a:xfrm>
          <a:prstGeom prst="rect">
            <a:avLst/>
          </a:prstGeom>
          <a:noFill/>
          <a:ln>
            <a:noFill/>
          </a:ln>
        </p:spPr>
      </p:sp>
      <p:sp>
        <p:nvSpPr>
          <p:cNvPr id="446" name="Google Shape;446;p52"/>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7" name="Google Shape;447;p5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8" name="Google Shape;448;p52"/>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49" name="Google Shape;449;p52"/>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50" name="Google Shape;450;p52"/>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51" name="Shape 451"/>
        <p:cNvGrpSpPr/>
        <p:nvPr/>
      </p:nvGrpSpPr>
      <p:grpSpPr>
        <a:xfrm>
          <a:off x="0" y="0"/>
          <a:ext cx="0" cy="0"/>
          <a:chOff x="0" y="0"/>
          <a:chExt cx="0" cy="0"/>
        </a:xfrm>
      </p:grpSpPr>
      <p:sp>
        <p:nvSpPr>
          <p:cNvPr id="452" name="Google Shape;452;p53"/>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53" name="Shape 453"/>
        <p:cNvGrpSpPr/>
        <p:nvPr/>
      </p:nvGrpSpPr>
      <p:grpSpPr>
        <a:xfrm>
          <a:off x="0" y="0"/>
          <a:ext cx="0" cy="0"/>
          <a:chOff x="0" y="0"/>
          <a:chExt cx="0" cy="0"/>
        </a:xfrm>
      </p:grpSpPr>
      <p:sp>
        <p:nvSpPr>
          <p:cNvPr id="454" name="Google Shape;454;p54"/>
          <p:cNvSpPr/>
          <p:nvPr>
            <p:ph idx="2" type="pic"/>
          </p:nvPr>
        </p:nvSpPr>
        <p:spPr>
          <a:xfrm>
            <a:off x="3389600" y="118913"/>
            <a:ext cx="1643700" cy="1535100"/>
          </a:xfrm>
          <a:prstGeom prst="rect">
            <a:avLst/>
          </a:prstGeom>
          <a:noFill/>
          <a:ln>
            <a:noFill/>
          </a:ln>
        </p:spPr>
      </p:sp>
      <p:sp>
        <p:nvSpPr>
          <p:cNvPr id="455" name="Google Shape;455;p54"/>
          <p:cNvSpPr/>
          <p:nvPr>
            <p:ph idx="3" type="pic"/>
          </p:nvPr>
        </p:nvSpPr>
        <p:spPr>
          <a:xfrm>
            <a:off x="5195935" y="118913"/>
            <a:ext cx="1643700" cy="1535100"/>
          </a:xfrm>
          <a:prstGeom prst="rect">
            <a:avLst/>
          </a:prstGeom>
          <a:noFill/>
          <a:ln>
            <a:noFill/>
          </a:ln>
        </p:spPr>
      </p:sp>
      <p:sp>
        <p:nvSpPr>
          <p:cNvPr id="456" name="Google Shape;456;p54"/>
          <p:cNvSpPr/>
          <p:nvPr>
            <p:ph idx="4" type="pic"/>
          </p:nvPr>
        </p:nvSpPr>
        <p:spPr>
          <a:xfrm>
            <a:off x="7002270" y="118913"/>
            <a:ext cx="1643700" cy="1535100"/>
          </a:xfrm>
          <a:prstGeom prst="rect">
            <a:avLst/>
          </a:prstGeom>
          <a:noFill/>
          <a:ln>
            <a:noFill/>
          </a:ln>
        </p:spPr>
      </p:sp>
      <p:sp>
        <p:nvSpPr>
          <p:cNvPr id="457" name="Google Shape;457;p54"/>
          <p:cNvSpPr/>
          <p:nvPr>
            <p:ph idx="5" type="pic"/>
          </p:nvPr>
        </p:nvSpPr>
        <p:spPr>
          <a:xfrm>
            <a:off x="3389588" y="1804212"/>
            <a:ext cx="1643700" cy="1535100"/>
          </a:xfrm>
          <a:prstGeom prst="rect">
            <a:avLst/>
          </a:prstGeom>
          <a:noFill/>
          <a:ln>
            <a:noFill/>
          </a:ln>
        </p:spPr>
      </p:sp>
      <p:sp>
        <p:nvSpPr>
          <p:cNvPr id="458" name="Google Shape;458;p54"/>
          <p:cNvSpPr/>
          <p:nvPr>
            <p:ph idx="6" type="pic"/>
          </p:nvPr>
        </p:nvSpPr>
        <p:spPr>
          <a:xfrm>
            <a:off x="5195922" y="1804212"/>
            <a:ext cx="1643700" cy="1535100"/>
          </a:xfrm>
          <a:prstGeom prst="rect">
            <a:avLst/>
          </a:prstGeom>
          <a:noFill/>
          <a:ln>
            <a:noFill/>
          </a:ln>
        </p:spPr>
      </p:sp>
      <p:sp>
        <p:nvSpPr>
          <p:cNvPr id="459" name="Google Shape;459;p54"/>
          <p:cNvSpPr/>
          <p:nvPr>
            <p:ph idx="7" type="pic"/>
          </p:nvPr>
        </p:nvSpPr>
        <p:spPr>
          <a:xfrm>
            <a:off x="7002257" y="1804212"/>
            <a:ext cx="1643700" cy="1535100"/>
          </a:xfrm>
          <a:prstGeom prst="rect">
            <a:avLst/>
          </a:prstGeom>
          <a:noFill/>
          <a:ln>
            <a:noFill/>
          </a:ln>
        </p:spPr>
      </p:sp>
      <p:sp>
        <p:nvSpPr>
          <p:cNvPr id="460" name="Google Shape;460;p54"/>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1" name="Google Shape;461;p54"/>
          <p:cNvSpPr/>
          <p:nvPr>
            <p:ph idx="8" type="pic"/>
          </p:nvPr>
        </p:nvSpPr>
        <p:spPr>
          <a:xfrm>
            <a:off x="3389588" y="3489487"/>
            <a:ext cx="1643700" cy="1535100"/>
          </a:xfrm>
          <a:prstGeom prst="rect">
            <a:avLst/>
          </a:prstGeom>
          <a:noFill/>
          <a:ln>
            <a:noFill/>
          </a:ln>
        </p:spPr>
      </p:sp>
      <p:sp>
        <p:nvSpPr>
          <p:cNvPr id="462" name="Google Shape;462;p54"/>
          <p:cNvSpPr/>
          <p:nvPr>
            <p:ph idx="9" type="pic"/>
          </p:nvPr>
        </p:nvSpPr>
        <p:spPr>
          <a:xfrm>
            <a:off x="5195922" y="3489487"/>
            <a:ext cx="1643700" cy="1535100"/>
          </a:xfrm>
          <a:prstGeom prst="rect">
            <a:avLst/>
          </a:prstGeom>
          <a:noFill/>
          <a:ln>
            <a:noFill/>
          </a:ln>
        </p:spPr>
      </p:sp>
      <p:sp>
        <p:nvSpPr>
          <p:cNvPr id="463" name="Google Shape;463;p5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54" Type="http://schemas.openxmlformats.org/officeDocument/2006/relationships/theme" Target="../theme/theme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361850" y="2004025"/>
            <a:ext cx="5627400" cy="25473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1pPr>
            <a:lvl2pPr indent="-304800" lvl="1" marL="9144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2pPr>
            <a:lvl3pPr indent="-304800" lvl="2" marL="13716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3pPr>
            <a:lvl4pPr indent="-304800" lvl="3" marL="18288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4pPr>
            <a:lvl5pPr indent="-304800" lvl="4" marL="22860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5pPr>
            <a:lvl6pPr indent="-304800" lvl="5" marL="27432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6pPr>
            <a:lvl7pPr indent="-304800" lvl="6" marL="32004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7pPr>
            <a:lvl8pPr indent="-304800" lvl="7" marL="36576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8pPr>
            <a:lvl9pPr indent="-304800" lvl="8" marL="4114800">
              <a:lnSpc>
                <a:spcPct val="115000"/>
              </a:lnSpc>
              <a:spcBef>
                <a:spcPts val="800"/>
              </a:spcBef>
              <a:spcAft>
                <a:spcPts val="800"/>
              </a:spcAft>
              <a:buClr>
                <a:schemeClr val="lt1"/>
              </a:buClr>
              <a:buSzPts val="1200"/>
              <a:buFont typeface="DM Sans"/>
              <a:buChar char="■"/>
              <a:defRPr sz="1200">
                <a:solidFill>
                  <a:schemeClr val="lt1"/>
                </a:solidFill>
                <a:latin typeface="DM Sans"/>
                <a:ea typeface="DM Sans"/>
                <a:cs typeface="DM Sans"/>
                <a:sym typeface="DM Sans"/>
              </a:defRPr>
            </a:lvl9pPr>
          </a:lstStyle>
          <a:p/>
        </p:txBody>
      </p:sp>
      <p:sp>
        <p:nvSpPr>
          <p:cNvPr id="7" name="Google Shape;7;p1"/>
          <p:cNvSpPr txBox="1"/>
          <p:nvPr>
            <p:ph type="title"/>
          </p:nvPr>
        </p:nvSpPr>
        <p:spPr>
          <a:xfrm>
            <a:off x="438150" y="524575"/>
            <a:ext cx="5433000" cy="903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Newsreader"/>
              <a:buNone/>
              <a:defRPr sz="3000">
                <a:solidFill>
                  <a:schemeClr val="lt1"/>
                </a:solidFill>
                <a:latin typeface="Newsreader"/>
                <a:ea typeface="Newsreader"/>
                <a:cs typeface="Newsreader"/>
                <a:sym typeface="Newsreade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 name="Google Shape;8;p1"/>
          <p:cNvSpPr txBox="1"/>
          <p:nvPr>
            <p:ph idx="2" type="body"/>
          </p:nvPr>
        </p:nvSpPr>
        <p:spPr>
          <a:xfrm>
            <a:off x="4700200" y="1614100"/>
            <a:ext cx="3756600" cy="25473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1pPr>
            <a:lvl2pPr indent="-304800" lvl="1" marL="9144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2pPr>
            <a:lvl3pPr indent="-304800" lvl="2" marL="13716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3pPr>
            <a:lvl4pPr indent="-304800" lvl="3" marL="1828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4pPr>
            <a:lvl5pPr indent="-304800" lvl="4" marL="22860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5pPr>
            <a:lvl6pPr indent="-304800" lvl="5" marL="27432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6pPr>
            <a:lvl7pPr indent="-304800" lvl="6" marL="32004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7pPr>
            <a:lvl8pPr indent="-304800" lvl="7" marL="36576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8pPr>
            <a:lvl9pPr indent="-304800" lvl="8" marL="4114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29">
          <p15:clr>
            <a:srgbClr val="E46962"/>
          </p15:clr>
        </p15:guide>
        <p15:guide id="2" orient="horz" pos="233">
          <p15:clr>
            <a:srgbClr val="E46962"/>
          </p15:clr>
        </p15:guide>
        <p15:guide id="3" orient="horz" pos="3011">
          <p15:clr>
            <a:srgbClr val="E46962"/>
          </p15:clr>
        </p15:guide>
        <p15:guide id="4" pos="2850">
          <p15:clr>
            <a:srgbClr val="E46962"/>
          </p15:clr>
        </p15:guide>
        <p15:guide id="5" pos="2910">
          <p15:clr>
            <a:srgbClr val="E46962"/>
          </p15:clr>
        </p15:guide>
        <p15:guide id="6" pos="1468">
          <p15:clr>
            <a:srgbClr val="E46962"/>
          </p15:clr>
        </p15:guide>
        <p15:guide id="7" pos="1527">
          <p15:clr>
            <a:srgbClr val="E46962"/>
          </p15:clr>
        </p15:guide>
        <p15:guide id="8" pos="4226">
          <p15:clr>
            <a:srgbClr val="E46962"/>
          </p15:clr>
        </p15:guide>
        <p15:guide id="9" pos="4285">
          <p15:clr>
            <a:srgbClr val="E46962"/>
          </p15:clr>
        </p15:guide>
        <p15:guide id="10" pos="3773">
          <p15:clr>
            <a:srgbClr val="E46962"/>
          </p15:clr>
        </p15:guide>
        <p15:guide id="11" pos="3830">
          <p15:clr>
            <a:srgbClr val="E46962"/>
          </p15:clr>
        </p15:guide>
        <p15:guide id="12" pos="1930">
          <p15:clr>
            <a:srgbClr val="E46962"/>
          </p15:clr>
        </p15:guide>
        <p15:guide id="13" pos="1987">
          <p15:clr>
            <a:srgbClr val="E46962"/>
          </p15:clr>
        </p15:guide>
        <p15:guide id="14" orient="horz" pos="2867">
          <p15:clr>
            <a:srgbClr val="E46962"/>
          </p15:clr>
        </p15:guide>
        <p15:guide id="15" orient="horz" pos="1135">
          <p15:clr>
            <a:srgbClr val="E46962"/>
          </p15:clr>
        </p15:guide>
        <p15:guide id="16" orient="horz" pos="1194">
          <p15:clr>
            <a:srgbClr val="E46962"/>
          </p15:clr>
        </p15:guide>
        <p15:guide id="17" orient="horz" pos="2043">
          <p15:clr>
            <a:srgbClr val="E46962"/>
          </p15:clr>
        </p15:guide>
        <p15:guide id="18" orient="horz" pos="2103">
          <p15:clr>
            <a:srgbClr val="E46962"/>
          </p15:clr>
        </p15:guide>
        <p15:guide id="19" pos="228">
          <p15:clr>
            <a:srgbClr val="E46962"/>
          </p15:clr>
        </p15:guide>
        <p15:guide id="20" orient="horz" pos="672">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pic>
        <p:nvPicPr>
          <p:cNvPr descr="A close-up of a modern glass structure. " id="468" name="Google Shape;468;p55"/>
          <p:cNvPicPr preferRelativeResize="0"/>
          <p:nvPr/>
        </p:nvPicPr>
        <p:blipFill rotWithShape="1">
          <a:blip r:embed="rId3">
            <a:alphaModFix/>
          </a:blip>
          <a:srcRect b="79" l="21736" r="19116" t="0"/>
          <a:stretch/>
        </p:blipFill>
        <p:spPr>
          <a:xfrm>
            <a:off x="4587725" y="-8750"/>
            <a:ext cx="4572001" cy="5148074"/>
          </a:xfrm>
          <a:prstGeom prst="rect">
            <a:avLst/>
          </a:prstGeom>
          <a:noFill/>
          <a:ln>
            <a:noFill/>
          </a:ln>
        </p:spPr>
      </p:pic>
      <p:sp>
        <p:nvSpPr>
          <p:cNvPr id="469" name="Google Shape;469;p55"/>
          <p:cNvSpPr txBox="1"/>
          <p:nvPr>
            <p:ph type="title"/>
          </p:nvPr>
        </p:nvSpPr>
        <p:spPr>
          <a:xfrm>
            <a:off x="363825" y="267325"/>
            <a:ext cx="3860100" cy="1218900"/>
          </a:xfrm>
          <a:prstGeom prst="rect">
            <a:avLst/>
          </a:prstGeom>
        </p:spPr>
        <p:txBody>
          <a:bodyPr anchorCtr="0" anchor="t" bIns="91425" lIns="91425" spcFirstLastPara="1" rIns="91425" wrap="square" tIns="91425">
            <a:noAutofit/>
          </a:bodyPr>
          <a:lstStyle/>
          <a:p>
            <a:pPr indent="0" lvl="0" marL="0" rtl="0" algn="ctr">
              <a:lnSpc>
                <a:spcPct val="150000"/>
              </a:lnSpc>
              <a:spcBef>
                <a:spcPts val="0"/>
              </a:spcBef>
              <a:spcAft>
                <a:spcPts val="300"/>
              </a:spcAft>
              <a:buNone/>
            </a:pPr>
            <a:r>
              <a:rPr lang="en" sz="2500"/>
              <a:t>Data Quality Monitoring System for Real-World Taxi Trips Model</a:t>
            </a:r>
            <a:endParaRPr sz="5200"/>
          </a:p>
        </p:txBody>
      </p:sp>
      <p:sp>
        <p:nvSpPr>
          <p:cNvPr id="470" name="Google Shape;470;p55"/>
          <p:cNvSpPr txBox="1"/>
          <p:nvPr>
            <p:ph idx="1" type="subTitle"/>
          </p:nvPr>
        </p:nvSpPr>
        <p:spPr>
          <a:xfrm>
            <a:off x="363825" y="2032498"/>
            <a:ext cx="3860100" cy="45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400"/>
              <a:t>By: Aashritha Aachi</a:t>
            </a:r>
            <a:endParaRPr sz="1400"/>
          </a:p>
          <a:p>
            <a:pPr indent="0" lvl="0" marL="0" rtl="0" algn="ctr">
              <a:spcBef>
                <a:spcPts val="0"/>
              </a:spcBef>
              <a:spcAft>
                <a:spcPts val="0"/>
              </a:spcAft>
              <a:buNone/>
            </a:pPr>
            <a:r>
              <a:rPr lang="en" sz="1400"/>
              <a:t>netID: aa3333</a:t>
            </a:r>
            <a:endParaRPr sz="1400"/>
          </a:p>
        </p:txBody>
      </p:sp>
      <p:sp>
        <p:nvSpPr>
          <p:cNvPr id="471" name="Google Shape;471;p55"/>
          <p:cNvSpPr txBox="1"/>
          <p:nvPr>
            <p:ph idx="3" type="body"/>
          </p:nvPr>
        </p:nvSpPr>
        <p:spPr>
          <a:xfrm>
            <a:off x="547575" y="3037472"/>
            <a:ext cx="3492600" cy="1327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200"/>
              <a:t>This project implements an automated pipeline for profiling, cleaning, and analyzing the NYC Yellow Taxi 2024 Aggregated Dataset. The system integrates database storage, data profiling, cleaning, and machine learning–based anomaly detection to assess and monitor data quality end-to-end.</a:t>
            </a:r>
            <a:endParaRPr sz="12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56"/>
          <p:cNvSpPr txBox="1"/>
          <p:nvPr>
            <p:ph type="title"/>
          </p:nvPr>
        </p:nvSpPr>
        <p:spPr>
          <a:xfrm>
            <a:off x="284775" y="267325"/>
            <a:ext cx="3860100" cy="58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400"/>
              <a:t>SQLite Schema </a:t>
            </a:r>
            <a:r>
              <a:rPr lang="en" sz="3400"/>
              <a:t>Database</a:t>
            </a:r>
            <a:r>
              <a:rPr lang="en" sz="3400"/>
              <a:t> Setup</a:t>
            </a:r>
            <a:endParaRPr sz="3400"/>
          </a:p>
        </p:txBody>
      </p:sp>
      <p:sp>
        <p:nvSpPr>
          <p:cNvPr id="477" name="Google Shape;477;p56"/>
          <p:cNvSpPr txBox="1"/>
          <p:nvPr>
            <p:ph idx="3" type="body"/>
          </p:nvPr>
        </p:nvSpPr>
        <p:spPr>
          <a:xfrm>
            <a:off x="529975" y="2674047"/>
            <a:ext cx="3492600" cy="1327500"/>
          </a:xfrm>
          <a:prstGeom prst="rect">
            <a:avLst/>
          </a:prstGeom>
        </p:spPr>
        <p:txBody>
          <a:bodyPr anchorCtr="0" anchor="b" bIns="91425" lIns="91425" spcFirstLastPara="1" rIns="91425" wrap="square" tIns="91425">
            <a:noAutofit/>
          </a:bodyPr>
          <a:lstStyle/>
          <a:p>
            <a:pPr indent="0" lvl="0" marL="0" rtl="0" algn="ctr">
              <a:spcBef>
                <a:spcPts val="0"/>
              </a:spcBef>
              <a:spcAft>
                <a:spcPts val="800"/>
              </a:spcAft>
              <a:buNone/>
            </a:pPr>
            <a:r>
              <a:rPr lang="en" sz="1300"/>
              <a:t>This code initialized the SQLite database and creates a structured schema to store every part of the data quality pipeline. Six tables are defined, capturing raw data, cleaned data, profiling metrics, anomalies, dataset metadata, and pipeline logs. This enables traceability of professional data pipelines where each stage must be recorded.</a:t>
            </a:r>
            <a:endParaRPr sz="1300"/>
          </a:p>
        </p:txBody>
      </p:sp>
      <p:pic>
        <p:nvPicPr>
          <p:cNvPr id="478" name="Google Shape;478;p56" title="Screenshot 2025-12-10 at 2.57.12 PM.png"/>
          <p:cNvPicPr preferRelativeResize="0"/>
          <p:nvPr/>
        </p:nvPicPr>
        <p:blipFill>
          <a:blip r:embed="rId3">
            <a:alphaModFix/>
          </a:blip>
          <a:stretch>
            <a:fillRect/>
          </a:stretch>
        </p:blipFill>
        <p:spPr>
          <a:xfrm>
            <a:off x="4817375" y="0"/>
            <a:ext cx="3783052" cy="51435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57"/>
          <p:cNvSpPr txBox="1"/>
          <p:nvPr>
            <p:ph type="title"/>
          </p:nvPr>
        </p:nvSpPr>
        <p:spPr>
          <a:xfrm>
            <a:off x="284775" y="267325"/>
            <a:ext cx="3860100" cy="58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400"/>
              <a:t>Loading and Registering the Dataset</a:t>
            </a:r>
            <a:endParaRPr sz="3400"/>
          </a:p>
        </p:txBody>
      </p:sp>
      <p:sp>
        <p:nvSpPr>
          <p:cNvPr id="484" name="Google Shape;484;p57"/>
          <p:cNvSpPr txBox="1"/>
          <p:nvPr>
            <p:ph idx="3" type="body"/>
          </p:nvPr>
        </p:nvSpPr>
        <p:spPr>
          <a:xfrm>
            <a:off x="529975" y="2674047"/>
            <a:ext cx="3492600" cy="1327500"/>
          </a:xfrm>
          <a:prstGeom prst="rect">
            <a:avLst/>
          </a:prstGeom>
        </p:spPr>
        <p:txBody>
          <a:bodyPr anchorCtr="0" anchor="b" bIns="91425" lIns="91425" spcFirstLastPara="1" rIns="91425" wrap="square" tIns="91425">
            <a:noAutofit/>
          </a:bodyPr>
          <a:lstStyle/>
          <a:p>
            <a:pPr indent="0" lvl="0" marL="0" rtl="0" algn="ctr">
              <a:spcBef>
                <a:spcPts val="0"/>
              </a:spcBef>
              <a:spcAft>
                <a:spcPts val="800"/>
              </a:spcAft>
              <a:buNone/>
            </a:pPr>
            <a:r>
              <a:rPr lang="en" sz="1300"/>
              <a:t>The NYC Yellow Taxi Dataset is loaded into a DataFrame, and the first few rows are displayed to confirm correct import. The dataset is then registered in the database, which assigns a unique dataset_id used to link all raw rows, cleaned rows, anomaly records, and profiling entries to this dataset. </a:t>
            </a:r>
            <a:endParaRPr sz="1300"/>
          </a:p>
        </p:txBody>
      </p:sp>
      <p:pic>
        <p:nvPicPr>
          <p:cNvPr id="485" name="Google Shape;485;p57" title="Screenshot 2025-12-10 at 3.01.51 PM.png"/>
          <p:cNvPicPr preferRelativeResize="0"/>
          <p:nvPr/>
        </p:nvPicPr>
        <p:blipFill>
          <a:blip r:embed="rId3">
            <a:alphaModFix/>
          </a:blip>
          <a:stretch>
            <a:fillRect/>
          </a:stretch>
        </p:blipFill>
        <p:spPr>
          <a:xfrm>
            <a:off x="4297275" y="1482175"/>
            <a:ext cx="4629150" cy="628650"/>
          </a:xfrm>
          <a:prstGeom prst="rect">
            <a:avLst/>
          </a:prstGeom>
          <a:noFill/>
          <a:ln>
            <a:noFill/>
          </a:ln>
        </p:spPr>
      </p:pic>
      <p:pic>
        <p:nvPicPr>
          <p:cNvPr id="486" name="Google Shape;486;p57" title="Screenshot 2025-12-10 at 3.02.03 PM.png"/>
          <p:cNvPicPr preferRelativeResize="0"/>
          <p:nvPr/>
        </p:nvPicPr>
        <p:blipFill>
          <a:blip r:embed="rId4">
            <a:alphaModFix/>
          </a:blip>
          <a:stretch>
            <a:fillRect/>
          </a:stretch>
        </p:blipFill>
        <p:spPr>
          <a:xfrm>
            <a:off x="4297274" y="2110825"/>
            <a:ext cx="4629150" cy="153760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58"/>
          <p:cNvSpPr txBox="1"/>
          <p:nvPr>
            <p:ph type="title"/>
          </p:nvPr>
        </p:nvSpPr>
        <p:spPr>
          <a:xfrm>
            <a:off x="284775" y="267325"/>
            <a:ext cx="3860100" cy="58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400"/>
              <a:t>Inserting Raw Data into the Database</a:t>
            </a:r>
            <a:endParaRPr sz="3400"/>
          </a:p>
        </p:txBody>
      </p:sp>
      <p:sp>
        <p:nvSpPr>
          <p:cNvPr id="492" name="Google Shape;492;p58"/>
          <p:cNvSpPr txBox="1"/>
          <p:nvPr>
            <p:ph idx="3" type="body"/>
          </p:nvPr>
        </p:nvSpPr>
        <p:spPr>
          <a:xfrm>
            <a:off x="529975" y="2674047"/>
            <a:ext cx="3492600" cy="1327500"/>
          </a:xfrm>
          <a:prstGeom prst="rect">
            <a:avLst/>
          </a:prstGeom>
        </p:spPr>
        <p:txBody>
          <a:bodyPr anchorCtr="0" anchor="b" bIns="91425" lIns="91425" spcFirstLastPara="1" rIns="91425" wrap="square" tIns="91425">
            <a:noAutofit/>
          </a:bodyPr>
          <a:lstStyle/>
          <a:p>
            <a:pPr indent="0" lvl="0" marL="0" rtl="0" algn="ctr">
              <a:spcBef>
                <a:spcPts val="0"/>
              </a:spcBef>
              <a:spcAft>
                <a:spcPts val="800"/>
              </a:spcAft>
              <a:buNone/>
            </a:pPr>
            <a:r>
              <a:rPr lang="en" sz="1300"/>
              <a:t>Each row of the dataset is converted to JSON and inserted into the raw_data table. This preserves the exact original data before any cleaning or modification. Storing raw data ensures that the full pipeline is transparent, and allows later debugging by comparing cleaned records against their </a:t>
            </a:r>
            <a:r>
              <a:rPr lang="en" sz="1300"/>
              <a:t>original</a:t>
            </a:r>
            <a:r>
              <a:rPr lang="en" sz="1300"/>
              <a:t> forms.</a:t>
            </a:r>
            <a:endParaRPr sz="1300"/>
          </a:p>
        </p:txBody>
      </p:sp>
      <p:pic>
        <p:nvPicPr>
          <p:cNvPr id="493" name="Google Shape;493;p58" title="Screenshot 2025-12-10 at 3.13.40 PM.png"/>
          <p:cNvPicPr preferRelativeResize="0"/>
          <p:nvPr/>
        </p:nvPicPr>
        <p:blipFill>
          <a:blip r:embed="rId3">
            <a:alphaModFix/>
          </a:blip>
          <a:stretch>
            <a:fillRect/>
          </a:stretch>
        </p:blipFill>
        <p:spPr>
          <a:xfrm>
            <a:off x="4388100" y="2047825"/>
            <a:ext cx="4388571" cy="12899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59"/>
          <p:cNvSpPr txBox="1"/>
          <p:nvPr>
            <p:ph type="title"/>
          </p:nvPr>
        </p:nvSpPr>
        <p:spPr>
          <a:xfrm>
            <a:off x="284775" y="267325"/>
            <a:ext cx="3860100" cy="58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400"/>
              <a:t>Profiling: Missing values and Duplicates</a:t>
            </a:r>
            <a:endParaRPr sz="3400"/>
          </a:p>
        </p:txBody>
      </p:sp>
      <p:sp>
        <p:nvSpPr>
          <p:cNvPr id="499" name="Google Shape;499;p59"/>
          <p:cNvSpPr txBox="1"/>
          <p:nvPr>
            <p:ph idx="3" type="body"/>
          </p:nvPr>
        </p:nvSpPr>
        <p:spPr>
          <a:xfrm>
            <a:off x="529975" y="2674047"/>
            <a:ext cx="3492600" cy="1327500"/>
          </a:xfrm>
          <a:prstGeom prst="rect">
            <a:avLst/>
          </a:prstGeom>
        </p:spPr>
        <p:txBody>
          <a:bodyPr anchorCtr="0" anchor="b" bIns="91425" lIns="91425" spcFirstLastPara="1" rIns="91425" wrap="square" tIns="91425">
            <a:noAutofit/>
          </a:bodyPr>
          <a:lstStyle/>
          <a:p>
            <a:pPr indent="0" lvl="0" marL="0" rtl="0" algn="ctr">
              <a:spcBef>
                <a:spcPts val="0"/>
              </a:spcBef>
              <a:spcAft>
                <a:spcPts val="800"/>
              </a:spcAft>
              <a:buNone/>
            </a:pPr>
            <a:r>
              <a:rPr lang="en" sz="1300"/>
              <a:t>The segment computes missing values counts and duplicate rows, then stores those results into the quality_checks table. Profiling is essential because it reveals the structural issues in the dataset. In this case, the dataset has no missing values but contains duplicate rows, which will then allow the cleaning steps that follow.</a:t>
            </a:r>
            <a:endParaRPr sz="1300"/>
          </a:p>
        </p:txBody>
      </p:sp>
      <p:pic>
        <p:nvPicPr>
          <p:cNvPr id="500" name="Google Shape;500;p59" title="Screenshot 2025-12-10 at 3.14.57 PM.png"/>
          <p:cNvPicPr preferRelativeResize="0"/>
          <p:nvPr/>
        </p:nvPicPr>
        <p:blipFill>
          <a:blip r:embed="rId3">
            <a:alphaModFix/>
          </a:blip>
          <a:stretch>
            <a:fillRect/>
          </a:stretch>
        </p:blipFill>
        <p:spPr>
          <a:xfrm>
            <a:off x="4490675" y="792786"/>
            <a:ext cx="4436450" cy="355793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60"/>
          <p:cNvSpPr txBox="1"/>
          <p:nvPr>
            <p:ph type="title"/>
          </p:nvPr>
        </p:nvSpPr>
        <p:spPr>
          <a:xfrm>
            <a:off x="284775" y="267325"/>
            <a:ext cx="3860100" cy="58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400"/>
              <a:t>Missing Value Heatmap</a:t>
            </a:r>
            <a:endParaRPr sz="3400"/>
          </a:p>
        </p:txBody>
      </p:sp>
      <p:sp>
        <p:nvSpPr>
          <p:cNvPr id="506" name="Google Shape;506;p60"/>
          <p:cNvSpPr txBox="1"/>
          <p:nvPr>
            <p:ph idx="3" type="body"/>
          </p:nvPr>
        </p:nvSpPr>
        <p:spPr>
          <a:xfrm>
            <a:off x="529975" y="2674047"/>
            <a:ext cx="3492600" cy="1327500"/>
          </a:xfrm>
          <a:prstGeom prst="rect">
            <a:avLst/>
          </a:prstGeom>
        </p:spPr>
        <p:txBody>
          <a:bodyPr anchorCtr="0" anchor="b" bIns="91425" lIns="91425" spcFirstLastPara="1" rIns="91425" wrap="square" tIns="91425">
            <a:noAutofit/>
          </a:bodyPr>
          <a:lstStyle/>
          <a:p>
            <a:pPr indent="0" lvl="0" marL="0" rtl="0" algn="ctr">
              <a:spcBef>
                <a:spcPts val="0"/>
              </a:spcBef>
              <a:spcAft>
                <a:spcPts val="800"/>
              </a:spcAft>
              <a:buNone/>
            </a:pPr>
            <a:r>
              <a:rPr lang="en" sz="1300"/>
              <a:t>A heatmap visualizing missing values on a 1,000-row sample confirms the profiling results. The heatmap appears as a solid block with no missing cells, indicating that the dataset is extremely clean in terms of completeness. This visualization is helpful because it provides a confirmation that no major structural gaps exist in the dataset.</a:t>
            </a:r>
            <a:endParaRPr sz="1300"/>
          </a:p>
        </p:txBody>
      </p:sp>
      <p:pic>
        <p:nvPicPr>
          <p:cNvPr id="507" name="Google Shape;507;p60" title="Screenshot 2025-12-10 at 3.16.30 PM.png"/>
          <p:cNvPicPr preferRelativeResize="0"/>
          <p:nvPr/>
        </p:nvPicPr>
        <p:blipFill>
          <a:blip r:embed="rId3">
            <a:alphaModFix/>
          </a:blip>
          <a:stretch>
            <a:fillRect/>
          </a:stretch>
        </p:blipFill>
        <p:spPr>
          <a:xfrm>
            <a:off x="4572000" y="536225"/>
            <a:ext cx="4065850" cy="2718351"/>
          </a:xfrm>
          <a:prstGeom prst="rect">
            <a:avLst/>
          </a:prstGeom>
          <a:noFill/>
          <a:ln>
            <a:noFill/>
          </a:ln>
        </p:spPr>
      </p:pic>
      <p:pic>
        <p:nvPicPr>
          <p:cNvPr id="508" name="Google Shape;508;p60" title="Screenshot 2025-12-10 at 3.16.50 PM.png"/>
          <p:cNvPicPr preferRelativeResize="0"/>
          <p:nvPr/>
        </p:nvPicPr>
        <p:blipFill>
          <a:blip r:embed="rId4">
            <a:alphaModFix/>
          </a:blip>
          <a:stretch>
            <a:fillRect/>
          </a:stretch>
        </p:blipFill>
        <p:spPr>
          <a:xfrm>
            <a:off x="4615838" y="3452450"/>
            <a:ext cx="3978176" cy="12199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61"/>
          <p:cNvSpPr txBox="1"/>
          <p:nvPr>
            <p:ph type="title"/>
          </p:nvPr>
        </p:nvSpPr>
        <p:spPr>
          <a:xfrm>
            <a:off x="284775" y="267325"/>
            <a:ext cx="3860100" cy="58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400"/>
              <a:t>Data Cleaning Workflow</a:t>
            </a:r>
            <a:endParaRPr sz="3400"/>
          </a:p>
        </p:txBody>
      </p:sp>
      <p:sp>
        <p:nvSpPr>
          <p:cNvPr id="514" name="Google Shape;514;p61"/>
          <p:cNvSpPr txBox="1"/>
          <p:nvPr>
            <p:ph idx="3" type="body"/>
          </p:nvPr>
        </p:nvSpPr>
        <p:spPr>
          <a:xfrm>
            <a:off x="529975" y="2674047"/>
            <a:ext cx="3492600" cy="1327500"/>
          </a:xfrm>
          <a:prstGeom prst="rect">
            <a:avLst/>
          </a:prstGeom>
        </p:spPr>
        <p:txBody>
          <a:bodyPr anchorCtr="0" anchor="b" bIns="91425" lIns="91425" spcFirstLastPara="1" rIns="91425" wrap="square" tIns="91425">
            <a:noAutofit/>
          </a:bodyPr>
          <a:lstStyle/>
          <a:p>
            <a:pPr indent="0" lvl="0" marL="0" rtl="0" algn="ctr">
              <a:spcBef>
                <a:spcPts val="0"/>
              </a:spcBef>
              <a:spcAft>
                <a:spcPts val="800"/>
              </a:spcAft>
              <a:buNone/>
            </a:pPr>
            <a:r>
              <a:rPr lang="en" sz="1300"/>
              <a:t>This cleaning stage normalizes the dataset by removing duplicate rows, converting columns to appropriate numeric types, and applying median imputation when its necessary. The system also filters out extreme outliers using the three-sigma rule to stabilize numeric distributions. These steps make the dataset more analytically reliable and enables the machine learning model to detect </a:t>
            </a:r>
            <a:r>
              <a:rPr lang="en" sz="1300"/>
              <a:t>meaningful</a:t>
            </a:r>
            <a:r>
              <a:rPr lang="en" sz="1300"/>
              <a:t> patterns instead of </a:t>
            </a:r>
            <a:r>
              <a:rPr lang="en" sz="1300"/>
              <a:t>random</a:t>
            </a:r>
            <a:r>
              <a:rPr lang="en" sz="1300"/>
              <a:t> noise.</a:t>
            </a:r>
            <a:endParaRPr sz="1300"/>
          </a:p>
        </p:txBody>
      </p:sp>
      <p:pic>
        <p:nvPicPr>
          <p:cNvPr id="515" name="Google Shape;515;p61" title="Screenshot 2025-12-10 at 3.17.58 PM.png"/>
          <p:cNvPicPr preferRelativeResize="0"/>
          <p:nvPr/>
        </p:nvPicPr>
        <p:blipFill>
          <a:blip r:embed="rId3">
            <a:alphaModFix/>
          </a:blip>
          <a:stretch>
            <a:fillRect/>
          </a:stretch>
        </p:blipFill>
        <p:spPr>
          <a:xfrm>
            <a:off x="4376850" y="992325"/>
            <a:ext cx="4399813" cy="31588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62"/>
          <p:cNvSpPr txBox="1"/>
          <p:nvPr>
            <p:ph type="title"/>
          </p:nvPr>
        </p:nvSpPr>
        <p:spPr>
          <a:xfrm>
            <a:off x="284775" y="267325"/>
            <a:ext cx="3860100" cy="58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400"/>
              <a:t>Isolation Forest Anomaly Detection</a:t>
            </a:r>
            <a:endParaRPr sz="3400"/>
          </a:p>
        </p:txBody>
      </p:sp>
      <p:sp>
        <p:nvSpPr>
          <p:cNvPr id="521" name="Google Shape;521;p62"/>
          <p:cNvSpPr txBox="1"/>
          <p:nvPr>
            <p:ph idx="3" type="body"/>
          </p:nvPr>
        </p:nvSpPr>
        <p:spPr>
          <a:xfrm>
            <a:off x="529975" y="2674047"/>
            <a:ext cx="3492600" cy="1327500"/>
          </a:xfrm>
          <a:prstGeom prst="rect">
            <a:avLst/>
          </a:prstGeom>
        </p:spPr>
        <p:txBody>
          <a:bodyPr anchorCtr="0" anchor="b" bIns="91425" lIns="91425" spcFirstLastPara="1" rIns="91425" wrap="square" tIns="91425">
            <a:noAutofit/>
          </a:bodyPr>
          <a:lstStyle/>
          <a:p>
            <a:pPr indent="0" lvl="0" marL="0" rtl="0" algn="ctr">
              <a:spcBef>
                <a:spcPts val="0"/>
              </a:spcBef>
              <a:spcAft>
                <a:spcPts val="800"/>
              </a:spcAft>
              <a:buNone/>
            </a:pPr>
            <a:r>
              <a:rPr lang="en" sz="1300"/>
              <a:t>The model assigns an anomaly score to each row, where lower scores represent more isolated, </a:t>
            </a:r>
            <a:r>
              <a:rPr lang="en" sz="1300"/>
              <a:t>atypical</a:t>
            </a:r>
            <a:r>
              <a:rPr lang="en" sz="1300"/>
              <a:t> behavior. A binary label marks whether the observation is considered an anomaly. This basically introduces the machine </a:t>
            </a:r>
            <a:r>
              <a:rPr lang="en" sz="1300"/>
              <a:t>learning</a:t>
            </a:r>
            <a:r>
              <a:rPr lang="en" sz="1300"/>
              <a:t> aspect into the data quality pipeline, allowing automated detection of irregular trip metrics.</a:t>
            </a:r>
            <a:endParaRPr sz="1300"/>
          </a:p>
        </p:txBody>
      </p:sp>
      <p:pic>
        <p:nvPicPr>
          <p:cNvPr id="522" name="Google Shape;522;p62" title="Screenshot 2025-12-10 at 3.19.07 PM.png"/>
          <p:cNvPicPr preferRelativeResize="0"/>
          <p:nvPr/>
        </p:nvPicPr>
        <p:blipFill>
          <a:blip r:embed="rId3">
            <a:alphaModFix/>
          </a:blip>
          <a:stretch>
            <a:fillRect/>
          </a:stretch>
        </p:blipFill>
        <p:spPr>
          <a:xfrm>
            <a:off x="4245100" y="1273475"/>
            <a:ext cx="4694325" cy="296189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63"/>
          <p:cNvSpPr txBox="1"/>
          <p:nvPr>
            <p:ph type="title"/>
          </p:nvPr>
        </p:nvSpPr>
        <p:spPr>
          <a:xfrm>
            <a:off x="284775" y="267325"/>
            <a:ext cx="3860100" cy="58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400"/>
              <a:t>Anomaly Score Distribution &amp; Pipeline </a:t>
            </a:r>
            <a:endParaRPr sz="3400"/>
          </a:p>
        </p:txBody>
      </p:sp>
      <p:sp>
        <p:nvSpPr>
          <p:cNvPr id="528" name="Google Shape;528;p63"/>
          <p:cNvSpPr txBox="1"/>
          <p:nvPr>
            <p:ph idx="3" type="body"/>
          </p:nvPr>
        </p:nvSpPr>
        <p:spPr>
          <a:xfrm>
            <a:off x="583500" y="3000222"/>
            <a:ext cx="3492600" cy="1327500"/>
          </a:xfrm>
          <a:prstGeom prst="rect">
            <a:avLst/>
          </a:prstGeom>
        </p:spPr>
        <p:txBody>
          <a:bodyPr anchorCtr="0" anchor="b" bIns="91425" lIns="91425" spcFirstLastPara="1" rIns="91425" wrap="square" tIns="91425">
            <a:noAutofit/>
          </a:bodyPr>
          <a:lstStyle/>
          <a:p>
            <a:pPr indent="0" lvl="0" marL="0" rtl="0" algn="ctr">
              <a:spcBef>
                <a:spcPts val="0"/>
              </a:spcBef>
              <a:spcAft>
                <a:spcPts val="800"/>
              </a:spcAft>
              <a:buNone/>
            </a:pPr>
            <a:r>
              <a:rPr lang="en" sz="1300"/>
              <a:t>The </a:t>
            </a:r>
            <a:r>
              <a:rPr lang="en" sz="1300"/>
              <a:t>anomaly</a:t>
            </a:r>
            <a:r>
              <a:rPr lang="en" sz="1300"/>
              <a:t> score distribution visualization revels a concentrated region of normal observations and a long left tail or </a:t>
            </a:r>
            <a:r>
              <a:rPr lang="en" sz="1300"/>
              <a:t>irregular</a:t>
            </a:r>
            <a:r>
              <a:rPr lang="en" sz="1300"/>
              <a:t> entries. This demonstrates that although the dataset is structurally complete, there are still statistical anomalies </a:t>
            </a:r>
            <a:r>
              <a:rPr lang="en" sz="1300"/>
              <a:t>worth</a:t>
            </a:r>
            <a:r>
              <a:rPr lang="en" sz="1300"/>
              <a:t> looking in for. Finally, a completion log entry is inserted into the database to record that the pipeline ran successfully that rack workflow status for monitoring.</a:t>
            </a:r>
            <a:endParaRPr sz="1300"/>
          </a:p>
        </p:txBody>
      </p:sp>
      <p:pic>
        <p:nvPicPr>
          <p:cNvPr id="529" name="Google Shape;529;p63" title="Screenshot 2025-12-10 at 3.20.29 PM.png"/>
          <p:cNvPicPr preferRelativeResize="0"/>
          <p:nvPr/>
        </p:nvPicPr>
        <p:blipFill>
          <a:blip r:embed="rId3">
            <a:alphaModFix/>
          </a:blip>
          <a:stretch>
            <a:fillRect/>
          </a:stretch>
        </p:blipFill>
        <p:spPr>
          <a:xfrm>
            <a:off x="4379750" y="773325"/>
            <a:ext cx="4177125" cy="2244150"/>
          </a:xfrm>
          <a:prstGeom prst="rect">
            <a:avLst/>
          </a:prstGeom>
          <a:noFill/>
          <a:ln>
            <a:noFill/>
          </a:ln>
        </p:spPr>
      </p:pic>
      <p:pic>
        <p:nvPicPr>
          <p:cNvPr id="530" name="Google Shape;530;p63" title="Screenshot 2025-12-10 at 3.20.48 PM.png"/>
          <p:cNvPicPr preferRelativeResize="0"/>
          <p:nvPr/>
        </p:nvPicPr>
        <p:blipFill>
          <a:blip r:embed="rId4">
            <a:alphaModFix/>
          </a:blip>
          <a:stretch>
            <a:fillRect/>
          </a:stretch>
        </p:blipFill>
        <p:spPr>
          <a:xfrm>
            <a:off x="4379750" y="3243900"/>
            <a:ext cx="4177125" cy="140201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